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notesMasterIdLst>
    <p:notesMasterId r:id="rId16"/>
  </p:notesMasterIdLst>
  <p:sldIdLst>
    <p:sldId id="256" r:id="rId4"/>
    <p:sldId id="261" r:id="rId5"/>
    <p:sldId id="265" r:id="rId6"/>
    <p:sldId id="270" r:id="rId7"/>
    <p:sldId id="279" r:id="rId8"/>
    <p:sldId id="275" r:id="rId9"/>
    <p:sldId id="274" r:id="rId10"/>
    <p:sldId id="280" r:id="rId11"/>
    <p:sldId id="281" r:id="rId12"/>
    <p:sldId id="272" r:id="rId13"/>
    <p:sldId id="273" r:id="rId14"/>
    <p:sldId id="262" r:id="rId15"/>
  </p:sldIdLst>
  <p:sldSz cx="9144000" cy="5143500" type="screen16x9"/>
  <p:notesSz cx="6888163" cy="100203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500A"/>
    <a:srgbClr val="E05B05"/>
    <a:srgbClr val="E46C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33" autoAdjust="0"/>
  </p:normalViewPr>
  <p:slideViewPr>
    <p:cSldViewPr>
      <p:cViewPr varScale="1">
        <p:scale>
          <a:sx n="158" d="100"/>
          <a:sy n="158" d="100"/>
        </p:scale>
        <p:origin x="252" y="15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diagrams/_rels/data1.xml.rels><?xml version="1.0" encoding="UTF-8" standalone="yes"?>
<Relationships xmlns="http://schemas.openxmlformats.org/package/2006/relationships"><Relationship Id="rId1"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409B07-97FE-4725-A897-60556DF6F770}"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04AA1D65-CD59-4D61-8776-928B956EEC70}">
      <dgm:prSet phldrT="[Text]" phldr="1"/>
      <dgm:spPr/>
      <dgm:t>
        <a:bodyPr/>
        <a:lstStyle/>
        <a:p>
          <a:endParaRPr lang="id-ID" dirty="0"/>
        </a:p>
      </dgm:t>
    </dgm:pt>
    <dgm:pt modelId="{7B8048FE-0691-4CF9-A2EC-AF5F800F3820}" type="sibTrans" cxnId="{D3E2FDA5-23AC-41A7-8993-028A17DC24BB}">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t>
        <a:bodyPr/>
        <a:lstStyle/>
        <a:p>
          <a:endParaRPr lang="id-ID"/>
        </a:p>
      </dgm:t>
    </dgm:pt>
    <dgm:pt modelId="{4C42D8AE-AD33-44D3-A65A-50F6D513C5F6}" type="parTrans" cxnId="{D3E2FDA5-23AC-41A7-8993-028A17DC24BB}">
      <dgm:prSet/>
      <dgm:spPr/>
      <dgm:t>
        <a:bodyPr/>
        <a:lstStyle/>
        <a:p>
          <a:endParaRPr lang="id-ID"/>
        </a:p>
      </dgm:t>
    </dgm:pt>
    <dgm:pt modelId="{732D669E-46FE-4C57-B0FB-0EA39394056F}" type="pres">
      <dgm:prSet presAssocID="{07409B07-97FE-4725-A897-60556DF6F770}" presName="Name0" presStyleCnt="0">
        <dgm:presLayoutVars>
          <dgm:chMax val="7"/>
          <dgm:chPref val="7"/>
          <dgm:dir/>
        </dgm:presLayoutVars>
      </dgm:prSet>
      <dgm:spPr/>
    </dgm:pt>
    <dgm:pt modelId="{EC1DE534-EE7C-4237-806B-7D6B36283D0C}" type="pres">
      <dgm:prSet presAssocID="{07409B07-97FE-4725-A897-60556DF6F770}" presName="Name1" presStyleCnt="0"/>
      <dgm:spPr/>
    </dgm:pt>
    <dgm:pt modelId="{8D035E23-4C00-47B5-9C0E-049AAE3AE466}" type="pres">
      <dgm:prSet presAssocID="{7B8048FE-0691-4CF9-A2EC-AF5F800F3820}" presName="picture_1" presStyleCnt="0"/>
      <dgm:spPr/>
    </dgm:pt>
    <dgm:pt modelId="{6FC8926E-47CC-42DF-B773-DF14B33C1C09}" type="pres">
      <dgm:prSet presAssocID="{7B8048FE-0691-4CF9-A2EC-AF5F800F3820}" presName="pictureRepeatNode" presStyleLbl="alignImgPlace1" presStyleIdx="0" presStyleCnt="1" custScaleX="200000" custScaleY="200000" custLinFactNeighborY="-2273"/>
      <dgm:spPr/>
    </dgm:pt>
    <dgm:pt modelId="{6BBD1FD4-67A4-46FE-8F49-DBBE314EE1E0}" type="pres">
      <dgm:prSet presAssocID="{04AA1D65-CD59-4D61-8776-928B956EEC70}" presName="text_1" presStyleLbl="node1" presStyleIdx="0" presStyleCnt="0" custScaleX="312500" custScaleY="42202" custLinFactX="-217534" custLinFactY="200000" custLinFactNeighborX="-300000" custLinFactNeighborY="258630">
        <dgm:presLayoutVars>
          <dgm:bulletEnabled val="1"/>
        </dgm:presLayoutVars>
      </dgm:prSet>
      <dgm:spPr/>
    </dgm:pt>
  </dgm:ptLst>
  <dgm:cxnLst>
    <dgm:cxn modelId="{F9043F20-86D5-4C6A-90D5-6885836EA3C7}" type="presOf" srcId="{04AA1D65-CD59-4D61-8776-928B956EEC70}" destId="{6BBD1FD4-67A4-46FE-8F49-DBBE314EE1E0}" srcOrd="0" destOrd="0" presId="urn:microsoft.com/office/officeart/2008/layout/CircularPictureCallout"/>
    <dgm:cxn modelId="{5A6F3A60-2E51-4A59-AB6D-21018B2822C4}" type="presOf" srcId="{07409B07-97FE-4725-A897-60556DF6F770}" destId="{732D669E-46FE-4C57-B0FB-0EA39394056F}" srcOrd="0" destOrd="0" presId="urn:microsoft.com/office/officeart/2008/layout/CircularPictureCallout"/>
    <dgm:cxn modelId="{D3E2FDA5-23AC-41A7-8993-028A17DC24BB}" srcId="{07409B07-97FE-4725-A897-60556DF6F770}" destId="{04AA1D65-CD59-4D61-8776-928B956EEC70}" srcOrd="0" destOrd="0" parTransId="{4C42D8AE-AD33-44D3-A65A-50F6D513C5F6}" sibTransId="{7B8048FE-0691-4CF9-A2EC-AF5F800F3820}"/>
    <dgm:cxn modelId="{48448FAC-D695-4F2A-8751-A02660937B43}" type="presOf" srcId="{7B8048FE-0691-4CF9-A2EC-AF5F800F3820}" destId="{6FC8926E-47CC-42DF-B773-DF14B33C1C09}" srcOrd="0" destOrd="0" presId="urn:microsoft.com/office/officeart/2008/layout/CircularPictureCallout"/>
    <dgm:cxn modelId="{41BC112D-B8B2-4586-8F4D-5866FED6CCB0}" type="presParOf" srcId="{732D669E-46FE-4C57-B0FB-0EA39394056F}" destId="{EC1DE534-EE7C-4237-806B-7D6B36283D0C}" srcOrd="0" destOrd="0" presId="urn:microsoft.com/office/officeart/2008/layout/CircularPictureCallout"/>
    <dgm:cxn modelId="{A3804FA3-4652-4BFC-A4D9-1D177B9FB823}" type="presParOf" srcId="{EC1DE534-EE7C-4237-806B-7D6B36283D0C}" destId="{8D035E23-4C00-47B5-9C0E-049AAE3AE466}" srcOrd="0" destOrd="0" presId="urn:microsoft.com/office/officeart/2008/layout/CircularPictureCallout"/>
    <dgm:cxn modelId="{083C9472-4AD3-4660-B63C-BF523C6F7545}" type="presParOf" srcId="{8D035E23-4C00-47B5-9C0E-049AAE3AE466}" destId="{6FC8926E-47CC-42DF-B773-DF14B33C1C09}" srcOrd="0" destOrd="0" presId="urn:microsoft.com/office/officeart/2008/layout/CircularPictureCallout"/>
    <dgm:cxn modelId="{9609CEE7-45DD-41E6-82A1-782B0757E8F1}" type="presParOf" srcId="{EC1DE534-EE7C-4237-806B-7D6B36283D0C}" destId="{6BBD1FD4-67A4-46FE-8F49-DBBE314EE1E0}"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8926E-47CC-42DF-B773-DF14B33C1C09}">
      <dsp:nvSpPr>
        <dsp:cNvPr id="0" name=""/>
        <dsp:cNvSpPr/>
      </dsp:nvSpPr>
      <dsp:spPr>
        <a:xfrm>
          <a:off x="0" y="-108012"/>
          <a:ext cx="3672408" cy="3672408"/>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BD1FD4-67A4-46FE-8F49-DBBE314EE1E0}">
      <dsp:nvSpPr>
        <dsp:cNvPr id="0" name=""/>
        <dsp:cNvSpPr/>
      </dsp:nvSpPr>
      <dsp:spPr>
        <a:xfrm>
          <a:off x="0" y="3200662"/>
          <a:ext cx="3672408" cy="255721"/>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44550">
            <a:lnSpc>
              <a:spcPct val="90000"/>
            </a:lnSpc>
            <a:spcBef>
              <a:spcPct val="0"/>
            </a:spcBef>
            <a:spcAft>
              <a:spcPct val="35000"/>
            </a:spcAft>
            <a:buNone/>
          </a:pPr>
          <a:endParaRPr lang="id-ID" sz="1900" kern="1200" dirty="0"/>
        </a:p>
      </dsp:txBody>
      <dsp:txXfrm>
        <a:off x="0" y="3200662"/>
        <a:ext cx="3672408" cy="255721"/>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1015"/>
          </a:xfrm>
          <a:prstGeom prst="rect">
            <a:avLst/>
          </a:prstGeom>
        </p:spPr>
        <p:txBody>
          <a:bodyPr vert="horz" lIns="96616" tIns="48308" rIns="96616" bIns="48308" rtlCol="0"/>
          <a:lstStyle>
            <a:lvl1pPr algn="l">
              <a:defRPr sz="1300"/>
            </a:lvl1pPr>
          </a:lstStyle>
          <a:p>
            <a:endParaRPr lang="ko-KR" altLang="en-US"/>
          </a:p>
        </p:txBody>
      </p:sp>
      <p:sp>
        <p:nvSpPr>
          <p:cNvPr id="3" name="Date Placeholder 2"/>
          <p:cNvSpPr>
            <a:spLocks noGrp="1"/>
          </p:cNvSpPr>
          <p:nvPr>
            <p:ph type="dt" idx="1"/>
          </p:nvPr>
        </p:nvSpPr>
        <p:spPr>
          <a:xfrm>
            <a:off x="3901698" y="0"/>
            <a:ext cx="2984871" cy="501015"/>
          </a:xfrm>
          <a:prstGeom prst="rect">
            <a:avLst/>
          </a:prstGeom>
        </p:spPr>
        <p:txBody>
          <a:bodyPr vert="horz" lIns="96616" tIns="48308" rIns="96616" bIns="48308" rtlCol="0"/>
          <a:lstStyle>
            <a:lvl1pPr algn="r">
              <a:defRPr sz="1300"/>
            </a:lvl1pPr>
          </a:lstStyle>
          <a:p>
            <a:fld id="{48099413-FE31-49B9-8646-FFA87310070D}" type="datetimeFigureOut">
              <a:rPr lang="ko-KR" altLang="en-US" smtClean="0"/>
              <a:t>2025-09-23</a:t>
            </a:fld>
            <a:endParaRPr lang="ko-KR" altLang="en-US"/>
          </a:p>
        </p:txBody>
      </p:sp>
      <p:sp>
        <p:nvSpPr>
          <p:cNvPr id="4" name="Slide Image Placeholder 3"/>
          <p:cNvSpPr>
            <a:spLocks noGrp="1" noRot="1" noChangeAspect="1"/>
          </p:cNvSpPr>
          <p:nvPr>
            <p:ph type="sldImg" idx="2"/>
          </p:nvPr>
        </p:nvSpPr>
        <p:spPr>
          <a:xfrm>
            <a:off x="104775" y="750888"/>
            <a:ext cx="6678613" cy="3757612"/>
          </a:xfrm>
          <a:prstGeom prst="rect">
            <a:avLst/>
          </a:prstGeom>
          <a:noFill/>
          <a:ln w="12700">
            <a:solidFill>
              <a:prstClr val="black"/>
            </a:solidFill>
          </a:ln>
        </p:spPr>
        <p:txBody>
          <a:bodyPr vert="horz" lIns="96616" tIns="48308" rIns="96616" bIns="48308" rtlCol="0" anchor="ctr"/>
          <a:lstStyle/>
          <a:p>
            <a:endParaRPr lang="ko-KR" altLang="en-US"/>
          </a:p>
        </p:txBody>
      </p:sp>
      <p:sp>
        <p:nvSpPr>
          <p:cNvPr id="5" name="Notes Placeholder 4"/>
          <p:cNvSpPr>
            <a:spLocks noGrp="1"/>
          </p:cNvSpPr>
          <p:nvPr>
            <p:ph type="body" sz="quarter" idx="3"/>
          </p:nvPr>
        </p:nvSpPr>
        <p:spPr>
          <a:xfrm>
            <a:off x="688817" y="4759643"/>
            <a:ext cx="5510530" cy="4509135"/>
          </a:xfrm>
          <a:prstGeom prst="rect">
            <a:avLst/>
          </a:prstGeom>
        </p:spPr>
        <p:txBody>
          <a:bodyPr vert="horz" lIns="96616" tIns="48308" rIns="96616" bIns="48308"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9517546"/>
            <a:ext cx="2984871" cy="501015"/>
          </a:xfrm>
          <a:prstGeom prst="rect">
            <a:avLst/>
          </a:prstGeom>
        </p:spPr>
        <p:txBody>
          <a:bodyPr vert="horz" lIns="96616" tIns="48308" rIns="96616" bIns="48308" rtlCol="0" anchor="b"/>
          <a:lstStyle>
            <a:lvl1pPr algn="l">
              <a:defRPr sz="1300"/>
            </a:lvl1pPr>
          </a:lstStyle>
          <a:p>
            <a:endParaRPr lang="ko-KR" altLang="en-US"/>
          </a:p>
        </p:txBody>
      </p:sp>
      <p:sp>
        <p:nvSpPr>
          <p:cNvPr id="7" name="Slide Number Placeholder 6"/>
          <p:cNvSpPr>
            <a:spLocks noGrp="1"/>
          </p:cNvSpPr>
          <p:nvPr>
            <p:ph type="sldNum" sz="quarter" idx="5"/>
          </p:nvPr>
        </p:nvSpPr>
        <p:spPr>
          <a:xfrm>
            <a:off x="3901698" y="9517546"/>
            <a:ext cx="2984871" cy="501015"/>
          </a:xfrm>
          <a:prstGeom prst="rect">
            <a:avLst/>
          </a:prstGeom>
        </p:spPr>
        <p:txBody>
          <a:bodyPr vert="horz" lIns="96616" tIns="48308" rIns="96616" bIns="48308" rtlCol="0" anchor="b"/>
          <a:lstStyle>
            <a:lvl1pPr algn="r">
              <a:defRPr sz="1300"/>
            </a:lvl1pPr>
          </a:lstStyle>
          <a:p>
            <a:fld id="{D94368B0-E4C3-489B-9EDD-862E350A98F7}" type="slidenum">
              <a:rPr lang="ko-KR" altLang="en-US" smtClean="0"/>
              <a:t>‹#›</a:t>
            </a:fld>
            <a:endParaRPr lang="ko-KR" altLang="en-US"/>
          </a:p>
        </p:txBody>
      </p:sp>
    </p:spTree>
    <p:extLst>
      <p:ext uri="{BB962C8B-B14F-4D97-AF65-F5344CB8AC3E}">
        <p14:creationId xmlns:p14="http://schemas.microsoft.com/office/powerpoint/2010/main" val="26926525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D94368B0-E4C3-489B-9EDD-862E350A98F7}" type="slidenum">
              <a:rPr lang="ko-KR" altLang="en-US" smtClean="0"/>
              <a:t>6</a:t>
            </a:fld>
            <a:endParaRPr lang="ko-KR" altLang="en-US"/>
          </a:p>
        </p:txBody>
      </p:sp>
    </p:spTree>
    <p:extLst>
      <p:ext uri="{BB962C8B-B14F-4D97-AF65-F5344CB8AC3E}">
        <p14:creationId xmlns:p14="http://schemas.microsoft.com/office/powerpoint/2010/main" val="4085482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D94368B0-E4C3-489B-9EDD-862E350A98F7}" type="slidenum">
              <a:rPr lang="ko-KR" altLang="en-US" smtClean="0"/>
              <a:t>10</a:t>
            </a:fld>
            <a:endParaRPr lang="ko-KR" altLang="en-US"/>
          </a:p>
        </p:txBody>
      </p:sp>
    </p:spTree>
    <p:extLst>
      <p:ext uri="{BB962C8B-B14F-4D97-AF65-F5344CB8AC3E}">
        <p14:creationId xmlns:p14="http://schemas.microsoft.com/office/powerpoint/2010/main" val="39102805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833796" y="1203597"/>
            <a:ext cx="3481636" cy="1808583"/>
          </a:xfrm>
          <a:prstGeom prst="rect">
            <a:avLst/>
          </a:prstGeom>
        </p:spPr>
        <p:txBody>
          <a:bodyPr anchor="ctr"/>
          <a:lstStyle>
            <a:lvl1pPr marL="0" indent="0" algn="ctr">
              <a:lnSpc>
                <a:spcPct val="100000"/>
              </a:lnSpc>
              <a:buNone/>
              <a:defRPr sz="3600" b="0" baseline="0">
                <a:solidFill>
                  <a:schemeClr val="bg1"/>
                </a:solidFill>
                <a:latin typeface="+mj-lt"/>
                <a:cs typeface="Arial" pitchFamily="34" charset="0"/>
              </a:defRPr>
            </a:lvl1pPr>
          </a:lstStyle>
          <a:p>
            <a:pPr lvl="0"/>
            <a:r>
              <a:rPr lang="en-US" altLang="ko-KR" dirty="0"/>
              <a:t>FREE</a:t>
            </a:r>
          </a:p>
          <a:p>
            <a:pPr lvl="0"/>
            <a:r>
              <a:rPr lang="en-US" altLang="ko-KR" dirty="0"/>
              <a:t>PPT</a:t>
            </a:r>
          </a:p>
          <a:p>
            <a:pPr lvl="0"/>
            <a:r>
              <a:rPr lang="en-US" altLang="ko-KR" dirty="0"/>
              <a:t>TEMPLATES</a:t>
            </a:r>
          </a:p>
        </p:txBody>
      </p:sp>
      <p:sp>
        <p:nvSpPr>
          <p:cNvPr id="11" name="Text Placeholder 9"/>
          <p:cNvSpPr>
            <a:spLocks noGrp="1"/>
          </p:cNvSpPr>
          <p:nvPr>
            <p:ph type="body" sz="quarter" idx="11" hasCustomPrompt="1"/>
          </p:nvPr>
        </p:nvSpPr>
        <p:spPr>
          <a:xfrm>
            <a:off x="2833796" y="3012181"/>
            <a:ext cx="3481636" cy="85571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INSTERT</a:t>
            </a:r>
          </a:p>
          <a:p>
            <a:pPr lvl="0"/>
            <a:r>
              <a:rPr lang="en-US" altLang="ko-KR" dirty="0"/>
              <a:t>THE TITLE OF YOUR</a:t>
            </a:r>
          </a:p>
          <a:p>
            <a:pPr lvl="0"/>
            <a:r>
              <a:rPr lang="en-US" altLang="ko-KR" dirty="0"/>
              <a:t>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Oval 3"/>
          <p:cNvSpPr/>
          <p:nvPr userDrawn="1"/>
        </p:nvSpPr>
        <p:spPr>
          <a:xfrm>
            <a:off x="2879812" y="874038"/>
            <a:ext cx="3384376" cy="3384376"/>
          </a:xfrm>
          <a:prstGeom prst="ellipse">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879812" y="1995686"/>
            <a:ext cx="3384376" cy="576063"/>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879664" y="2571750"/>
            <a:ext cx="3384376" cy="508248"/>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a:t>
            </a:r>
          </a:p>
          <a:p>
            <a:pPr lvl="0"/>
            <a:r>
              <a:rPr lang="en-US" altLang="ko-KR" dirty="0"/>
              <a:t>of your subtitle Here</a:t>
            </a:r>
          </a:p>
        </p:txBody>
      </p:sp>
      <p:sp>
        <p:nvSpPr>
          <p:cNvPr id="5" name="Rectangle 4"/>
          <p:cNvSpPr/>
          <p:nvPr userDrawn="1"/>
        </p:nvSpPr>
        <p:spPr>
          <a:xfrm rot="2551977">
            <a:off x="8622803" y="-175729"/>
            <a:ext cx="216024" cy="828048"/>
          </a:xfrm>
          <a:custGeom>
            <a:avLst/>
            <a:gdLst/>
            <a:ahLst/>
            <a:cxnLst/>
            <a:rect l="l" t="t" r="r" b="b"/>
            <a:pathLst>
              <a:path w="216024" h="828048">
                <a:moveTo>
                  <a:pt x="0" y="198178"/>
                </a:moveTo>
                <a:lnTo>
                  <a:pt x="216024" y="0"/>
                </a:lnTo>
                <a:lnTo>
                  <a:pt x="216024" y="828048"/>
                </a:lnTo>
                <a:lnTo>
                  <a:pt x="0" y="828047"/>
                </a:lnTo>
                <a:close/>
              </a:path>
            </a:pathLst>
          </a:cu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8" name="Rectangle 7"/>
          <p:cNvSpPr/>
          <p:nvPr userDrawn="1"/>
        </p:nvSpPr>
        <p:spPr>
          <a:xfrm rot="2551977">
            <a:off x="8702909" y="-64441"/>
            <a:ext cx="216024" cy="1220895"/>
          </a:xfrm>
          <a:custGeom>
            <a:avLst/>
            <a:gdLst/>
            <a:ahLst/>
            <a:cxnLst/>
            <a:rect l="l" t="t" r="r" b="b"/>
            <a:pathLst>
              <a:path w="216024" h="1220895">
                <a:moveTo>
                  <a:pt x="0" y="0"/>
                </a:moveTo>
                <a:lnTo>
                  <a:pt x="216024" y="235477"/>
                </a:lnTo>
                <a:lnTo>
                  <a:pt x="216024" y="1220895"/>
                </a:lnTo>
                <a:lnTo>
                  <a:pt x="0" y="1220895"/>
                </a:lnTo>
                <a:close/>
              </a:path>
            </a:pathLst>
          </a:cu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9" name="Rectangle 8"/>
          <p:cNvSpPr/>
          <p:nvPr userDrawn="1"/>
        </p:nvSpPr>
        <p:spPr>
          <a:xfrm rot="2359288">
            <a:off x="201572" y="3936189"/>
            <a:ext cx="216024" cy="1240840"/>
          </a:xfrm>
          <a:custGeom>
            <a:avLst/>
            <a:gdLst/>
            <a:ahLst/>
            <a:cxnLst/>
            <a:rect l="l" t="t" r="r" b="b"/>
            <a:pathLst>
              <a:path w="216024" h="1240840">
                <a:moveTo>
                  <a:pt x="0" y="0"/>
                </a:moveTo>
                <a:lnTo>
                  <a:pt x="216024" y="0"/>
                </a:lnTo>
                <a:lnTo>
                  <a:pt x="216024" y="1240840"/>
                </a:lnTo>
                <a:lnTo>
                  <a:pt x="0" y="977112"/>
                </a:lnTo>
                <a:close/>
              </a:path>
            </a:pathLst>
          </a:custGeom>
          <a:solidFill>
            <a:schemeClr val="tx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2" name="Rectangle 11"/>
          <p:cNvSpPr/>
          <p:nvPr userDrawn="1"/>
        </p:nvSpPr>
        <p:spPr>
          <a:xfrm rot="2359288">
            <a:off x="272370" y="4409776"/>
            <a:ext cx="216024" cy="904565"/>
          </a:xfrm>
          <a:custGeom>
            <a:avLst/>
            <a:gdLst/>
            <a:ahLst/>
            <a:cxnLst/>
            <a:rect l="l" t="t" r="r" b="b"/>
            <a:pathLst>
              <a:path w="216024" h="904565">
                <a:moveTo>
                  <a:pt x="0" y="0"/>
                </a:moveTo>
                <a:lnTo>
                  <a:pt x="216024" y="0"/>
                </a:lnTo>
                <a:lnTo>
                  <a:pt x="216024" y="727616"/>
                </a:lnTo>
                <a:lnTo>
                  <a:pt x="0" y="904565"/>
                </a:lnTo>
                <a:close/>
              </a:path>
            </a:pathLst>
          </a:custGeom>
          <a:solidFill>
            <a:schemeClr val="tx1">
              <a:alpha val="6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2" name="Rectangle 1"/>
          <p:cNvSpPr/>
          <p:nvPr userDrawn="1"/>
        </p:nvSpPr>
        <p:spPr>
          <a:xfrm>
            <a:off x="0" y="2571750"/>
            <a:ext cx="9144000" cy="2571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26" name="Picture 2" descr="E:\002-KIMS BUSINESS\007-02-Googleslidesppt\02-GSppt-Contents-Kim\20170215\02-abs\businessman-with-city-vew-png.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1435" y="339502"/>
            <a:ext cx="2105436" cy="4373692"/>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9"/>
          <p:cNvSpPr>
            <a:spLocks noGrp="1"/>
          </p:cNvSpPr>
          <p:nvPr>
            <p:ph type="body" sz="quarter" idx="10" hasCustomPrompt="1"/>
          </p:nvPr>
        </p:nvSpPr>
        <p:spPr>
          <a:xfrm>
            <a:off x="2566870" y="267494"/>
            <a:ext cx="6577129" cy="648072"/>
          </a:xfrm>
          <a:prstGeom prst="rect">
            <a:avLst/>
          </a:prstGeom>
        </p:spPr>
        <p:txBody>
          <a:bodyPr anchor="ctr"/>
          <a:lstStyle>
            <a:lvl1pPr marL="0" indent="0" algn="l">
              <a:buNone/>
              <a:defRPr sz="3600" b="0" baseline="0">
                <a:solidFill>
                  <a:schemeClr val="accent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r Use Layout">
    <p:spTree>
      <p:nvGrpSpPr>
        <p:cNvPr id="1" name=""/>
        <p:cNvGrpSpPr/>
        <p:nvPr/>
      </p:nvGrpSpPr>
      <p:grpSpPr>
        <a:xfrm>
          <a:off x="0" y="0"/>
          <a:ext cx="0" cy="0"/>
          <a:chOff x="0" y="0"/>
          <a:chExt cx="0" cy="0"/>
        </a:xfrm>
      </p:grpSpPr>
      <p:sp>
        <p:nvSpPr>
          <p:cNvPr id="2" name="Rectangle 1"/>
          <p:cNvSpPr/>
          <p:nvPr userDrawn="1"/>
        </p:nvSpPr>
        <p:spPr>
          <a:xfrm>
            <a:off x="0" y="2571750"/>
            <a:ext cx="9144000" cy="25717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26" name="Picture 2" descr="E:\002-KIMS BUSINESS\007-02-Googleslidesppt\02-GSppt-Contents-Kim\20170215\02-abs\businessman-with-city-vew-png.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037" y="708009"/>
            <a:ext cx="1793463" cy="3725620"/>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9"/>
          <p:cNvSpPr>
            <a:spLocks noGrp="1"/>
          </p:cNvSpPr>
          <p:nvPr>
            <p:ph type="body" sz="quarter" idx="10" hasCustomPrompt="1"/>
          </p:nvPr>
        </p:nvSpPr>
        <p:spPr>
          <a:xfrm>
            <a:off x="1892500" y="483518"/>
            <a:ext cx="7251500" cy="576064"/>
          </a:xfrm>
          <a:prstGeom prst="rect">
            <a:avLst/>
          </a:prstGeom>
        </p:spPr>
        <p:txBody>
          <a:bodyPr anchor="ctr"/>
          <a:lstStyle>
            <a:lvl1pPr marL="0" indent="0" algn="l">
              <a:buNone/>
              <a:defRPr sz="3600" b="0" baseline="0">
                <a:solidFill>
                  <a:schemeClr val="accent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888934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9"/>
          <p:cNvSpPr>
            <a:spLocks noGrp="1"/>
          </p:cNvSpPr>
          <p:nvPr>
            <p:ph type="body" sz="quarter" idx="11" hasCustomPrompt="1"/>
          </p:nvPr>
        </p:nvSpPr>
        <p:spPr>
          <a:xfrm>
            <a:off x="0" y="123478"/>
            <a:ext cx="9144000"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BASIC LAYOUT</a:t>
            </a:r>
          </a:p>
        </p:txBody>
      </p:sp>
      <p:sp>
        <p:nvSpPr>
          <p:cNvPr id="6" name="Text Placeholder 9"/>
          <p:cNvSpPr>
            <a:spLocks noGrp="1"/>
          </p:cNvSpPr>
          <p:nvPr>
            <p:ph type="body" sz="quarter" idx="12" hasCustomPrompt="1"/>
          </p:nvPr>
        </p:nvSpPr>
        <p:spPr>
          <a:xfrm>
            <a:off x="0" y="699542"/>
            <a:ext cx="9144000" cy="288032"/>
          </a:xfrm>
          <a:prstGeom prst="rect">
            <a:avLst/>
          </a:prstGeom>
        </p:spPr>
        <p:txBody>
          <a:bodyPr anchor="ctr"/>
          <a:lstStyle>
            <a:lvl1pPr marL="0" indent="0" algn="ctr">
              <a:buNone/>
              <a:defRPr sz="1200" b="0" baseline="0">
                <a:solidFill>
                  <a:schemeClr val="bg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accent2">
            <a:lumMod val="75000"/>
          </a:schemeClr>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bg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200" b="0" baseline="0">
                <a:solidFill>
                  <a:schemeClr val="bg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47433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75261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755576" y="123478"/>
            <a:ext cx="8388424" cy="576064"/>
          </a:xfrm>
          <a:prstGeom prst="rect">
            <a:avLst/>
          </a:prstGeom>
        </p:spPr>
        <p:txBody>
          <a:bodyPr anchor="ctr"/>
          <a:lstStyle>
            <a:lvl1pPr marL="0" indent="0" algn="l">
              <a:buNone/>
              <a:defRPr sz="3600" b="0" baseline="0">
                <a:solidFill>
                  <a:schemeClr val="accent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755576" y="699542"/>
            <a:ext cx="8388424" cy="288032"/>
          </a:xfrm>
          <a:prstGeom prst="rect">
            <a:avLst/>
          </a:prstGeom>
        </p:spPr>
        <p:txBody>
          <a:bodyPr anchor="ctr"/>
          <a:lstStyle>
            <a:lvl1pPr marL="0" indent="0" algn="l">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pic>
        <p:nvPicPr>
          <p:cNvPr id="6" name="Picture 2" descr="E:\002-KIMS BUSINESS\007-02-Googleslidesppt\02-GSppt-Contents-Kim\20170215\02-abs\businessman-with-city-vew-png.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flipH="1">
            <a:off x="8244408" y="3435846"/>
            <a:ext cx="757546" cy="157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972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4876006"/>
            <a:ext cx="9144000" cy="2880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90470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3363838"/>
            <a:ext cx="9144000" cy="18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55820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123728" y="123478"/>
            <a:ext cx="7020272" cy="576064"/>
          </a:xfrm>
          <a:prstGeom prst="rect">
            <a:avLst/>
          </a:prstGeom>
        </p:spPr>
        <p:txBody>
          <a:bodyPr anchor="ctr"/>
          <a:lstStyle>
            <a:lvl1pPr marL="0" indent="0" algn="l">
              <a:buNone/>
              <a:defRPr sz="3600" b="0" baseline="0">
                <a:solidFill>
                  <a:schemeClr val="accent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123728" y="699542"/>
            <a:ext cx="7020272" cy="288032"/>
          </a:xfrm>
          <a:prstGeom prst="rect">
            <a:avLst/>
          </a:prstGeom>
        </p:spPr>
        <p:txBody>
          <a:bodyPr anchor="ctr"/>
          <a:lstStyle>
            <a:lvl1pPr marL="0" indent="0" algn="l">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619157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1"/>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4876006"/>
            <a:ext cx="9144000" cy="2880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 hasCustomPrompt="1"/>
          </p:nvPr>
        </p:nvSpPr>
        <p:spPr>
          <a:xfrm>
            <a:off x="612811" y="1243802"/>
            <a:ext cx="1714726" cy="1666909"/>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Frame 2"/>
          <p:cNvSpPr/>
          <p:nvPr userDrawn="1"/>
        </p:nvSpPr>
        <p:spPr>
          <a:xfrm>
            <a:off x="485315" y="1131590"/>
            <a:ext cx="1944216" cy="3384376"/>
          </a:xfrm>
          <a:prstGeom prst="frame">
            <a:avLst>
              <a:gd name="adj1" fmla="val 182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4" name="Picture Placeholder 2"/>
          <p:cNvSpPr>
            <a:spLocks noGrp="1"/>
          </p:cNvSpPr>
          <p:nvPr>
            <p:ph type="pic" idx="12" hasCustomPrompt="1"/>
          </p:nvPr>
        </p:nvSpPr>
        <p:spPr>
          <a:xfrm>
            <a:off x="2684518" y="1243802"/>
            <a:ext cx="1714726" cy="1666909"/>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5" name="Frame 14"/>
          <p:cNvSpPr/>
          <p:nvPr userDrawn="1"/>
        </p:nvSpPr>
        <p:spPr>
          <a:xfrm>
            <a:off x="2557022" y="1131590"/>
            <a:ext cx="1944216" cy="3384376"/>
          </a:xfrm>
          <a:prstGeom prst="frame">
            <a:avLst>
              <a:gd name="adj1" fmla="val 182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6" name="Picture Placeholder 2"/>
          <p:cNvSpPr>
            <a:spLocks noGrp="1"/>
          </p:cNvSpPr>
          <p:nvPr>
            <p:ph type="pic" idx="13" hasCustomPrompt="1"/>
          </p:nvPr>
        </p:nvSpPr>
        <p:spPr>
          <a:xfrm>
            <a:off x="4756225" y="1243802"/>
            <a:ext cx="1714726" cy="1666909"/>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Frame 16"/>
          <p:cNvSpPr/>
          <p:nvPr userDrawn="1"/>
        </p:nvSpPr>
        <p:spPr>
          <a:xfrm>
            <a:off x="4628729" y="1131590"/>
            <a:ext cx="1944216" cy="3384376"/>
          </a:xfrm>
          <a:prstGeom prst="frame">
            <a:avLst>
              <a:gd name="adj1" fmla="val 182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8" name="Picture Placeholder 2"/>
          <p:cNvSpPr>
            <a:spLocks noGrp="1"/>
          </p:cNvSpPr>
          <p:nvPr>
            <p:ph type="pic" idx="14" hasCustomPrompt="1"/>
          </p:nvPr>
        </p:nvSpPr>
        <p:spPr>
          <a:xfrm>
            <a:off x="6827932" y="1243802"/>
            <a:ext cx="1714726" cy="1666909"/>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9" name="Frame 18"/>
          <p:cNvSpPr/>
          <p:nvPr userDrawn="1"/>
        </p:nvSpPr>
        <p:spPr>
          <a:xfrm>
            <a:off x="6700436" y="1131590"/>
            <a:ext cx="1944216" cy="3384376"/>
          </a:xfrm>
          <a:prstGeom prst="frame">
            <a:avLst>
              <a:gd name="adj1" fmla="val 182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2725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6804248" y="307249"/>
            <a:ext cx="2016224" cy="453650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2915816" y="307249"/>
            <a:ext cx="3744416" cy="453650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615967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200" b="0" baseline="0">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459144" y="1259703"/>
            <a:ext cx="1728000" cy="1728000"/>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331352" y="3116468"/>
            <a:ext cx="1728000" cy="1728000"/>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2331160" y="1259511"/>
            <a:ext cx="1728192" cy="17281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Rectangle 7"/>
          <p:cNvSpPr/>
          <p:nvPr userDrawn="1"/>
        </p:nvSpPr>
        <p:spPr>
          <a:xfrm>
            <a:off x="459144" y="3116276"/>
            <a:ext cx="1728192" cy="17281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Picture Placeholder 2"/>
          <p:cNvSpPr>
            <a:spLocks noGrp="1"/>
          </p:cNvSpPr>
          <p:nvPr>
            <p:ph type="pic" idx="13" hasCustomPrompt="1"/>
          </p:nvPr>
        </p:nvSpPr>
        <p:spPr>
          <a:xfrm>
            <a:off x="4203560" y="1259511"/>
            <a:ext cx="4464496" cy="3584957"/>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99547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1259632" y="483518"/>
            <a:ext cx="3463180" cy="417646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441080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6" name="Rectangle 5"/>
          <p:cNvSpPr/>
          <p:nvPr userDrawn="1"/>
        </p:nvSpPr>
        <p:spPr>
          <a:xfrm>
            <a:off x="0" y="1285875"/>
            <a:ext cx="9144000" cy="2571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27" name="Picture 3" descr="D:\GoogleSlides\002-기본자료\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788024" y="750706"/>
            <a:ext cx="3744416" cy="3733460"/>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4934706" y="874686"/>
            <a:ext cx="3441499" cy="2345136"/>
          </a:xfrm>
          <a:prstGeom prst="rect">
            <a:avLst/>
          </a:prstGeom>
          <a:solidFill>
            <a:schemeClr val="bg1">
              <a:lumMod val="95000"/>
            </a:schemeClr>
          </a:solidFill>
          <a:effectLst/>
        </p:spPr>
        <p:txBody>
          <a:bodyPr anchor="ctr"/>
          <a:lstStyle>
            <a:lvl1pPr marL="0" indent="0" algn="ctr">
              <a:buNone/>
              <a:defRPr sz="1200" b="1"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Text Placeholder 9"/>
          <p:cNvSpPr>
            <a:spLocks noGrp="1"/>
          </p:cNvSpPr>
          <p:nvPr>
            <p:ph type="body" sz="quarter" idx="10" hasCustomPrompt="1"/>
          </p:nvPr>
        </p:nvSpPr>
        <p:spPr>
          <a:xfrm>
            <a:off x="467544" y="181632"/>
            <a:ext cx="8676456" cy="576064"/>
          </a:xfrm>
          <a:prstGeom prst="rect">
            <a:avLst/>
          </a:prstGeom>
        </p:spPr>
        <p:txBody>
          <a:bodyPr anchor="ctr"/>
          <a:lstStyle>
            <a:lvl1pPr marL="0" indent="0" algn="l">
              <a:buNone/>
              <a:defRPr sz="3600" b="0" baseline="0">
                <a:solidFill>
                  <a:schemeClr val="accent1"/>
                </a:solidFill>
                <a:latin typeface="+mj-lt"/>
                <a:cs typeface="Arial" pitchFamily="34" charset="0"/>
              </a:defRPr>
            </a:lvl1pPr>
          </a:lstStyle>
          <a:p>
            <a:pPr lvl="0"/>
            <a:r>
              <a:rPr lang="en-US" altLang="ko-KR" dirty="0"/>
              <a:t>IMAGES &amp; CONTENTS</a:t>
            </a:r>
          </a:p>
        </p:txBody>
      </p:sp>
      <p:sp>
        <p:nvSpPr>
          <p:cNvPr id="9" name="Text Placeholder 9"/>
          <p:cNvSpPr>
            <a:spLocks noGrp="1"/>
          </p:cNvSpPr>
          <p:nvPr>
            <p:ph type="body" sz="quarter" idx="11" hasCustomPrompt="1"/>
          </p:nvPr>
        </p:nvSpPr>
        <p:spPr>
          <a:xfrm>
            <a:off x="467544" y="757696"/>
            <a:ext cx="8676456" cy="288032"/>
          </a:xfrm>
          <a:prstGeom prst="rect">
            <a:avLst/>
          </a:prstGeom>
        </p:spPr>
        <p:txBody>
          <a:bodyPr anchor="ctr"/>
          <a:lstStyle>
            <a:lvl1pPr marL="0" indent="0" algn="l">
              <a:buNone/>
              <a:defRPr sz="1200" b="0" baseline="0">
                <a:solidFill>
                  <a:schemeClr val="accent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910396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3" name="Rectangle 2"/>
          <p:cNvSpPr/>
          <p:nvPr userDrawn="1"/>
        </p:nvSpPr>
        <p:spPr>
          <a:xfrm>
            <a:off x="0" y="0"/>
            <a:ext cx="9144000" cy="2571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4"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123318" y="896439"/>
            <a:ext cx="2808312" cy="3400810"/>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7347454" y="1034587"/>
            <a:ext cx="1080120" cy="250179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5697095" y="1181296"/>
            <a:ext cx="1619609" cy="250179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0903128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Images and Contents Layout">
    <p:bg>
      <p:bgPr>
        <a:solidFill>
          <a:schemeClr val="accent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0" hasCustomPrompt="1"/>
          </p:nvPr>
        </p:nvSpPr>
        <p:spPr>
          <a:xfrm>
            <a:off x="2915816" y="0"/>
            <a:ext cx="3312368" cy="5143500"/>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7556570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0"/>
            <a:ext cx="9144000" cy="5143500"/>
          </a:xfrm>
          <a:prstGeom prst="rect">
            <a:avLst/>
          </a:prstGeom>
          <a:solidFill>
            <a:schemeClr val="bg1">
              <a:lumMod val="8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767969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Images and Contents Layout">
    <p:bg>
      <p:bgPr>
        <a:solidFill>
          <a:schemeClr val="accent1"/>
        </a:solidFill>
        <a:effectLst/>
      </p:bgPr>
    </p:bg>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435740" y="468065"/>
            <a:ext cx="4032448" cy="201622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4576312" y="468065"/>
            <a:ext cx="2016000" cy="201622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4576312" y="2628305"/>
            <a:ext cx="2016000" cy="201622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6700660" y="2628305"/>
            <a:ext cx="2016000" cy="2016224"/>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6700436" y="468065"/>
            <a:ext cx="2016224" cy="20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Tree>
    <p:extLst>
      <p:ext uri="{BB962C8B-B14F-4D97-AF65-F5344CB8AC3E}">
        <p14:creationId xmlns:p14="http://schemas.microsoft.com/office/powerpoint/2010/main" val="7820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219716" y="195485"/>
            <a:ext cx="2945595" cy="2320657"/>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0" hasCustomPrompt="1"/>
          </p:nvPr>
        </p:nvSpPr>
        <p:spPr>
          <a:xfrm>
            <a:off x="219716" y="2643758"/>
            <a:ext cx="2945595" cy="2320657"/>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1" hasCustomPrompt="1"/>
          </p:nvPr>
        </p:nvSpPr>
        <p:spPr>
          <a:xfrm>
            <a:off x="5980356" y="195485"/>
            <a:ext cx="2945595" cy="2320657"/>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5980356" y="2643758"/>
            <a:ext cx="2945595" cy="2320657"/>
          </a:xfrm>
          <a:prstGeom prst="rect">
            <a:avLst/>
          </a:prstGeom>
          <a:solidFill>
            <a:schemeClr val="bg1">
              <a:lumMod val="95000"/>
            </a:schemeClr>
          </a:solidFill>
          <a:effectLst/>
        </p:spPr>
        <p:txBody>
          <a:bodyPr anchor="ctr"/>
          <a:lstStyle>
            <a:lvl1pPr marL="0" indent="0" algn="ctr">
              <a:buNone/>
              <a:defRPr sz="1200" b="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3275856" y="195485"/>
            <a:ext cx="2593954" cy="47740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259809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hapes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3709003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accent1"/>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64917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507854"/>
            <a:ext cx="9144000" cy="464245"/>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0" y="3979602"/>
            <a:ext cx="9144000" cy="282356"/>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3" name="Picture Placeholder 2"/>
          <p:cNvSpPr>
            <a:spLocks noGrp="1"/>
          </p:cNvSpPr>
          <p:nvPr>
            <p:ph type="pic" sz="quarter" idx="12" hasCustomPrompt="1"/>
          </p:nvPr>
        </p:nvSpPr>
        <p:spPr>
          <a:xfrm>
            <a:off x="1" y="0"/>
            <a:ext cx="9144000" cy="2571750"/>
          </a:xfrm>
          <a:prstGeom prst="rect">
            <a:avLst/>
          </a:prstGeom>
        </p:spPr>
        <p:txBody>
          <a:bodyPr/>
          <a:lstStyle>
            <a:lvl1pPr marL="0" marR="0" indent="0" algn="ctr" defTabSz="914400" rtl="0" eaLnBrk="1" fontAlgn="auto" latinLnBrk="1" hangingPunct="1">
              <a:lnSpc>
                <a:spcPct val="100000"/>
              </a:lnSpc>
              <a:spcBef>
                <a:spcPct val="20000"/>
              </a:spcBef>
              <a:spcAft>
                <a:spcPts val="0"/>
              </a:spcAft>
              <a:buClrTx/>
              <a:buSzTx/>
              <a:buFont typeface="Arial" pitchFamily="34" charset="0"/>
              <a:buNone/>
              <a:tabLst/>
              <a:defRPr>
                <a:solidFill>
                  <a:schemeClr val="tx1">
                    <a:lumMod val="75000"/>
                    <a:lumOff val="25000"/>
                  </a:schemeClr>
                </a:solidFill>
                <a:latin typeface="+mn-lt"/>
              </a:defRPr>
            </a:lvl1pPr>
          </a:lstStyle>
          <a:p>
            <a:r>
              <a:rPr lang="en-US" altLang="ko-KR" dirty="0"/>
              <a:t>Your Picture Here</a:t>
            </a:r>
            <a:endParaRPr lang="ko-KR" altLang="en-US" dirty="0"/>
          </a:p>
          <a:p>
            <a:endParaRPr lang="ko-KR" altLang="en-US" dirty="0"/>
          </a:p>
        </p:txBody>
      </p:sp>
      <p:sp>
        <p:nvSpPr>
          <p:cNvPr id="4" name="Rectangle 3"/>
          <p:cNvSpPr/>
          <p:nvPr userDrawn="1"/>
        </p:nvSpPr>
        <p:spPr>
          <a:xfrm>
            <a:off x="0" y="4659982"/>
            <a:ext cx="9144000" cy="48351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52" r:id="rId3"/>
    <p:sldLayoutId id="2147483662" r:id="rId4"/>
    <p:sldLayoutId id="2147483664" r:id="rId5"/>
    <p:sldLayoutId id="2147483665" r:id="rId6"/>
    <p:sldLayoutId id="2147483663" r:id="rId7"/>
    <p:sldLayoutId id="2147483667" r:id="rId8"/>
    <p:sldLayoutId id="2147483661" r:id="rId9"/>
    <p:sldLayoutId id="2147483666" r:id="rId10"/>
    <p:sldLayoutId id="2147483655" r:id="rId11"/>
    <p:sldLayoutId id="2147483668" r:id="rId12"/>
    <p:sldLayoutId id="2147483669" r:id="rId13"/>
    <p:sldLayoutId id="2147483673" r:id="rId14"/>
    <p:sldLayoutId id="2147483674" r:id="rId15"/>
    <p:sldLayoutId id="2147483675" r:id="rId16"/>
    <p:sldLayoutId id="2147483670" r:id="rId17"/>
    <p:sldLayoutId id="2147483671" r:id="rId18"/>
    <p:sldLayoutId id="2147483672" r:id="rId19"/>
    <p:sldLayoutId id="2147483676" r:id="rId20"/>
    <p:sldLayoutId id="2147483656" r:id="rId2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2.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image" Target="../media/image17.jp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image" Target="../media/image20.jpg"/><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12.png"/><Relationship Id="rId7" Type="http://schemas.openxmlformats.org/officeDocument/2006/relationships/image" Target="../media/image24.png"/><Relationship Id="rId12" Type="http://schemas.openxmlformats.org/officeDocument/2006/relationships/image" Target="../media/image29.jpg"/><Relationship Id="rId2" Type="http://schemas.openxmlformats.org/officeDocument/2006/relationships/notesSlide" Target="../notesSlides/notesSlide2.xml"/><Relationship Id="rId16" Type="http://schemas.openxmlformats.org/officeDocument/2006/relationships/image" Target="../media/image33.jpg"/><Relationship Id="rId1" Type="http://schemas.openxmlformats.org/officeDocument/2006/relationships/slideLayout" Target="../slideLayouts/slideLayout8.xml"/><Relationship Id="rId6" Type="http://schemas.openxmlformats.org/officeDocument/2006/relationships/image" Target="../media/image23.jp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jpe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jp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jpeg"/><Relationship Id="rId3" Type="http://schemas.openxmlformats.org/officeDocument/2006/relationships/image" Target="../media/image35.png"/><Relationship Id="rId7" Type="http://schemas.openxmlformats.org/officeDocument/2006/relationships/image" Target="../media/image38.jpeg"/><Relationship Id="rId12" Type="http://schemas.openxmlformats.org/officeDocument/2006/relationships/image" Target="../media/image43.png"/><Relationship Id="rId2" Type="http://schemas.openxmlformats.org/officeDocument/2006/relationships/image" Target="../media/image34.png"/><Relationship Id="rId1" Type="http://schemas.openxmlformats.org/officeDocument/2006/relationships/slideLayout" Target="../slideLayouts/slideLayout11.xml"/><Relationship Id="rId6" Type="http://schemas.openxmlformats.org/officeDocument/2006/relationships/image" Target="../media/image37.png"/><Relationship Id="rId11" Type="http://schemas.openxmlformats.org/officeDocument/2006/relationships/image" Target="../media/image42.jp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jpeg"/><Relationship Id="rId4" Type="http://schemas.openxmlformats.org/officeDocument/2006/relationships/image" Target="../media/image12.png"/><Relationship Id="rId9" Type="http://schemas.openxmlformats.org/officeDocument/2006/relationships/image" Target="../media/image40.png"/><Relationship Id="rId14"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833796" y="828318"/>
            <a:ext cx="3481636" cy="3481636"/>
            <a:chOff x="2267744" y="1052736"/>
            <a:chExt cx="4122204" cy="4122204"/>
          </a:xfrm>
        </p:grpSpPr>
        <p:sp>
          <p:nvSpPr>
            <p:cNvPr id="7" name="Oval 6"/>
            <p:cNvSpPr/>
            <p:nvPr/>
          </p:nvSpPr>
          <p:spPr>
            <a:xfrm>
              <a:off x="2267744" y="1052736"/>
              <a:ext cx="4122204" cy="4122204"/>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Oval 7"/>
            <p:cNvSpPr/>
            <p:nvPr/>
          </p:nvSpPr>
          <p:spPr>
            <a:xfrm>
              <a:off x="2343944" y="1128936"/>
              <a:ext cx="3969804" cy="3969804"/>
            </a:xfrm>
            <a:prstGeom prst="ellipse">
              <a:avLst/>
            </a:prstGeom>
            <a:noFill/>
            <a:ln w="1270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3" name="Diagram 12">
            <a:extLst>
              <a:ext uri="{FF2B5EF4-FFF2-40B4-BE49-F238E27FC236}">
                <a16:creationId xmlns:a16="http://schemas.microsoft.com/office/drawing/2014/main" id="{5CA35C23-8569-479F-8572-213738BB6F4E}"/>
              </a:ext>
            </a:extLst>
          </p:cNvPr>
          <p:cNvGraphicFramePr/>
          <p:nvPr>
            <p:extLst>
              <p:ext uri="{D42A27DB-BD31-4B8C-83A1-F6EECF244321}">
                <p14:modId xmlns:p14="http://schemas.microsoft.com/office/powerpoint/2010/main" val="3162691314"/>
              </p:ext>
            </p:extLst>
          </p:nvPr>
        </p:nvGraphicFramePr>
        <p:xfrm>
          <a:off x="2627784" y="843558"/>
          <a:ext cx="3672408" cy="34563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2635" y="1105645"/>
            <a:ext cx="581569" cy="5726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5" name="Group 4"/>
          <p:cNvGrpSpPr/>
          <p:nvPr/>
        </p:nvGrpSpPr>
        <p:grpSpPr>
          <a:xfrm>
            <a:off x="3490364" y="1105645"/>
            <a:ext cx="5138704" cy="601968"/>
            <a:chOff x="1795588" y="1688594"/>
            <a:chExt cx="6408712" cy="707911"/>
          </a:xfrm>
          <a:solidFill>
            <a:schemeClr val="bg1"/>
          </a:solidFill>
        </p:grpSpPr>
        <p:sp>
          <p:nvSpPr>
            <p:cNvPr id="6" name="Rounded Rectangle 5"/>
            <p:cNvSpPr/>
            <p:nvPr/>
          </p:nvSpPr>
          <p:spPr>
            <a:xfrm>
              <a:off x="1795588" y="1688594"/>
              <a:ext cx="6408712" cy="707911"/>
            </a:xfrm>
            <a:prstGeom prst="roundRect">
              <a:avLst>
                <a:gd name="adj" fmla="val 10715"/>
              </a:avLst>
            </a:prstGeom>
            <a:grp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 name="Rounded Rectangle 16"/>
            <p:cNvSpPr/>
            <p:nvPr/>
          </p:nvSpPr>
          <p:spPr>
            <a:xfrm>
              <a:off x="7719981" y="1688594"/>
              <a:ext cx="484317" cy="600916"/>
            </a:xfrm>
            <a:custGeom>
              <a:avLst/>
              <a:gdLst/>
              <a:ahLst/>
              <a:cxnLst/>
              <a:rect l="l" t="t" r="r" b="b"/>
              <a:pathLst>
                <a:path w="484317" h="697391">
                  <a:moveTo>
                    <a:pt x="0" y="0"/>
                  </a:moveTo>
                  <a:lnTo>
                    <a:pt x="396286" y="0"/>
                  </a:lnTo>
                  <a:cubicBezTo>
                    <a:pt x="444904" y="0"/>
                    <a:pt x="484317" y="39413"/>
                    <a:pt x="484317" y="88031"/>
                  </a:cubicBezTo>
                  <a:lnTo>
                    <a:pt x="484317" y="697391"/>
                  </a:ln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8" name="TextBox 7"/>
          <p:cNvSpPr txBox="1"/>
          <p:nvPr/>
        </p:nvSpPr>
        <p:spPr>
          <a:xfrm>
            <a:off x="2706362" y="1161147"/>
            <a:ext cx="594114"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0</a:t>
            </a:r>
            <a:r>
              <a:rPr lang="id-ID" altLang="ko-KR" sz="2400" b="1" dirty="0">
                <a:solidFill>
                  <a:schemeClr val="bg1"/>
                </a:solidFill>
                <a:cs typeface="Arial" pitchFamily="34" charset="0"/>
              </a:rPr>
              <a:t>2</a:t>
            </a:r>
            <a:endParaRPr lang="ko-KR" altLang="en-US" sz="2400" b="1" dirty="0">
              <a:solidFill>
                <a:schemeClr val="bg1"/>
              </a:solidFill>
              <a:cs typeface="Arial" pitchFamily="34" charset="0"/>
            </a:endParaRPr>
          </a:p>
        </p:txBody>
      </p:sp>
      <p:sp>
        <p:nvSpPr>
          <p:cNvPr id="2" name="Text Placeholder 1"/>
          <p:cNvSpPr>
            <a:spLocks noGrp="1"/>
          </p:cNvSpPr>
          <p:nvPr>
            <p:ph type="body" sz="quarter" idx="10"/>
          </p:nvPr>
        </p:nvSpPr>
        <p:spPr>
          <a:xfrm>
            <a:off x="71499" y="79486"/>
            <a:ext cx="1692189" cy="836079"/>
          </a:xfrm>
          <a:prstGeom prst="rect">
            <a:avLst/>
          </a:prstGeom>
        </p:spPr>
        <p:txBody>
          <a:bodyPr/>
          <a:lstStyle/>
          <a:p>
            <a:r>
              <a:rPr lang="en-US" altLang="ko-KR" sz="2400" dirty="0">
                <a:solidFill>
                  <a:srgbClr val="E46C0A"/>
                </a:solidFill>
                <a:latin typeface="Adobe Gothic Std B" panose="020B0800000000000000" pitchFamily="34" charset="-128"/>
                <a:ea typeface="Adobe Gothic Std B" panose="020B0800000000000000" pitchFamily="34" charset="-128"/>
              </a:rPr>
              <a:t>Agenda Style</a:t>
            </a:r>
          </a:p>
        </p:txBody>
      </p:sp>
      <p:sp>
        <p:nvSpPr>
          <p:cNvPr id="20" name="Rectangle 19"/>
          <p:cNvSpPr/>
          <p:nvPr/>
        </p:nvSpPr>
        <p:spPr>
          <a:xfrm>
            <a:off x="2712635" y="1878848"/>
            <a:ext cx="581569" cy="57266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21" name="Group 20"/>
          <p:cNvGrpSpPr/>
          <p:nvPr/>
        </p:nvGrpSpPr>
        <p:grpSpPr>
          <a:xfrm>
            <a:off x="3490364" y="1878848"/>
            <a:ext cx="5138704" cy="601968"/>
            <a:chOff x="1795588" y="1688594"/>
            <a:chExt cx="6408712" cy="707911"/>
          </a:xfrm>
          <a:solidFill>
            <a:schemeClr val="bg1"/>
          </a:solidFill>
        </p:grpSpPr>
        <p:sp>
          <p:nvSpPr>
            <p:cNvPr id="22" name="Rounded Rectangle 21"/>
            <p:cNvSpPr/>
            <p:nvPr/>
          </p:nvSpPr>
          <p:spPr>
            <a:xfrm>
              <a:off x="1795588" y="1688594"/>
              <a:ext cx="6408712" cy="707911"/>
            </a:xfrm>
            <a:prstGeom prst="roundRect">
              <a:avLst>
                <a:gd name="adj" fmla="val 10715"/>
              </a:avLst>
            </a:prstGeom>
            <a:grpFill/>
            <a:ln w="635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Rounded Rectangle 16"/>
            <p:cNvSpPr/>
            <p:nvPr/>
          </p:nvSpPr>
          <p:spPr>
            <a:xfrm>
              <a:off x="7719981" y="1688594"/>
              <a:ext cx="484317" cy="600916"/>
            </a:xfrm>
            <a:custGeom>
              <a:avLst/>
              <a:gdLst/>
              <a:ahLst/>
              <a:cxnLst/>
              <a:rect l="l" t="t" r="r" b="b"/>
              <a:pathLst>
                <a:path w="484317" h="697391">
                  <a:moveTo>
                    <a:pt x="0" y="0"/>
                  </a:moveTo>
                  <a:lnTo>
                    <a:pt x="396286" y="0"/>
                  </a:lnTo>
                  <a:cubicBezTo>
                    <a:pt x="444904" y="0"/>
                    <a:pt x="484317" y="39413"/>
                    <a:pt x="484317" y="88031"/>
                  </a:cubicBezTo>
                  <a:lnTo>
                    <a:pt x="484317" y="697391"/>
                  </a:lnTo>
                  <a:close/>
                </a:path>
              </a:pathLst>
            </a:cu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4" name="TextBox 23"/>
          <p:cNvSpPr txBox="1"/>
          <p:nvPr/>
        </p:nvSpPr>
        <p:spPr>
          <a:xfrm>
            <a:off x="2706362" y="1934350"/>
            <a:ext cx="594114"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0</a:t>
            </a:r>
            <a:r>
              <a:rPr lang="id-ID" altLang="ko-KR" sz="2400" b="1" dirty="0">
                <a:solidFill>
                  <a:schemeClr val="bg1"/>
                </a:solidFill>
                <a:cs typeface="Arial" pitchFamily="34" charset="0"/>
              </a:rPr>
              <a:t>3</a:t>
            </a:r>
            <a:endParaRPr lang="ko-KR" altLang="en-US" sz="2400" b="1" dirty="0">
              <a:solidFill>
                <a:schemeClr val="bg1"/>
              </a:solidFill>
              <a:cs typeface="Arial" pitchFamily="34" charset="0"/>
            </a:endParaRPr>
          </a:p>
        </p:txBody>
      </p:sp>
      <p:sp>
        <p:nvSpPr>
          <p:cNvPr id="26" name="TextBox 10"/>
          <p:cNvSpPr txBox="1"/>
          <p:nvPr/>
        </p:nvSpPr>
        <p:spPr bwMode="auto">
          <a:xfrm>
            <a:off x="3563888" y="2047949"/>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400" b="1" dirty="0">
                <a:solidFill>
                  <a:schemeClr val="tx1">
                    <a:lumMod val="65000"/>
                    <a:lumOff val="35000"/>
                  </a:schemeClr>
                </a:solidFill>
                <a:cs typeface="Arial" pitchFamily="34" charset="0"/>
              </a:rPr>
              <a:t>STRUKTUR ORGANISASI</a:t>
            </a:r>
            <a:endParaRPr lang="en-US" altLang="ko-KR" sz="1400" b="1" dirty="0">
              <a:solidFill>
                <a:schemeClr val="tx1">
                  <a:lumMod val="65000"/>
                  <a:lumOff val="35000"/>
                </a:schemeClr>
              </a:solidFill>
              <a:cs typeface="Arial" pitchFamily="34" charset="0"/>
            </a:endParaRPr>
          </a:p>
        </p:txBody>
      </p:sp>
      <p:sp>
        <p:nvSpPr>
          <p:cNvPr id="28" name="Rectangle 27"/>
          <p:cNvSpPr/>
          <p:nvPr/>
        </p:nvSpPr>
        <p:spPr>
          <a:xfrm>
            <a:off x="2712635" y="2652051"/>
            <a:ext cx="581569" cy="572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29" name="Group 28"/>
          <p:cNvGrpSpPr/>
          <p:nvPr/>
        </p:nvGrpSpPr>
        <p:grpSpPr>
          <a:xfrm>
            <a:off x="3490364" y="2652051"/>
            <a:ext cx="5138704" cy="601968"/>
            <a:chOff x="1795588" y="1688594"/>
            <a:chExt cx="6408712" cy="707911"/>
          </a:xfrm>
          <a:solidFill>
            <a:schemeClr val="bg1"/>
          </a:solidFill>
        </p:grpSpPr>
        <p:sp>
          <p:nvSpPr>
            <p:cNvPr id="30" name="Rounded Rectangle 29"/>
            <p:cNvSpPr/>
            <p:nvPr/>
          </p:nvSpPr>
          <p:spPr>
            <a:xfrm>
              <a:off x="1795588" y="1688594"/>
              <a:ext cx="6408712" cy="707911"/>
            </a:xfrm>
            <a:prstGeom prst="roundRect">
              <a:avLst>
                <a:gd name="adj" fmla="val 10715"/>
              </a:avLst>
            </a:prstGeom>
            <a:solidFill>
              <a:schemeClr val="accent4"/>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1" name="Rounded Rectangle 16"/>
            <p:cNvSpPr/>
            <p:nvPr/>
          </p:nvSpPr>
          <p:spPr>
            <a:xfrm>
              <a:off x="7719981" y="1688594"/>
              <a:ext cx="484317" cy="600916"/>
            </a:xfrm>
            <a:custGeom>
              <a:avLst/>
              <a:gdLst/>
              <a:ahLst/>
              <a:cxnLst/>
              <a:rect l="l" t="t" r="r" b="b"/>
              <a:pathLst>
                <a:path w="484317" h="697391">
                  <a:moveTo>
                    <a:pt x="0" y="0"/>
                  </a:moveTo>
                  <a:lnTo>
                    <a:pt x="396286" y="0"/>
                  </a:lnTo>
                  <a:cubicBezTo>
                    <a:pt x="444904" y="0"/>
                    <a:pt x="484317" y="39413"/>
                    <a:pt x="484317" y="88031"/>
                  </a:cubicBezTo>
                  <a:lnTo>
                    <a:pt x="484317" y="697391"/>
                  </a:lnTo>
                  <a:close/>
                </a:path>
              </a:pathLst>
            </a:cu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2" name="TextBox 31"/>
          <p:cNvSpPr txBox="1"/>
          <p:nvPr/>
        </p:nvSpPr>
        <p:spPr>
          <a:xfrm>
            <a:off x="2706362" y="2707553"/>
            <a:ext cx="594114" cy="461665"/>
          </a:xfrm>
          <a:prstGeom prst="rect">
            <a:avLst/>
          </a:prstGeom>
          <a:noFill/>
        </p:spPr>
        <p:txBody>
          <a:bodyPr wrap="square" rtlCol="0" anchor="ctr">
            <a:spAutoFit/>
          </a:bodyPr>
          <a:lstStyle/>
          <a:p>
            <a:pPr algn="ctr"/>
            <a:r>
              <a:rPr lang="en-US" altLang="ko-KR" sz="2400" b="1" dirty="0">
                <a:solidFill>
                  <a:schemeClr val="accent4"/>
                </a:solidFill>
                <a:cs typeface="Arial" pitchFamily="34" charset="0"/>
              </a:rPr>
              <a:t>0</a:t>
            </a:r>
            <a:r>
              <a:rPr lang="id-ID" altLang="ko-KR" sz="2400" b="1" dirty="0">
                <a:solidFill>
                  <a:schemeClr val="accent4"/>
                </a:solidFill>
                <a:cs typeface="Arial" pitchFamily="34" charset="0"/>
              </a:rPr>
              <a:t>4</a:t>
            </a:r>
            <a:endParaRPr lang="ko-KR" altLang="en-US" sz="2400" b="1" dirty="0">
              <a:solidFill>
                <a:schemeClr val="accent4"/>
              </a:solidFill>
              <a:cs typeface="Arial" pitchFamily="34" charset="0"/>
            </a:endParaRPr>
          </a:p>
        </p:txBody>
      </p:sp>
      <p:sp>
        <p:nvSpPr>
          <p:cNvPr id="34" name="TextBox 10"/>
          <p:cNvSpPr txBox="1"/>
          <p:nvPr/>
        </p:nvSpPr>
        <p:spPr bwMode="auto">
          <a:xfrm>
            <a:off x="3563888" y="2787774"/>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400" b="1" dirty="0">
                <a:solidFill>
                  <a:schemeClr val="bg1"/>
                </a:solidFill>
                <a:cs typeface="Arial" pitchFamily="34" charset="0"/>
              </a:rPr>
              <a:t>STORE</a:t>
            </a:r>
            <a:endParaRPr lang="en-US" altLang="ko-KR" sz="1400" b="1" dirty="0">
              <a:solidFill>
                <a:schemeClr val="bg1"/>
              </a:solidFill>
              <a:cs typeface="Arial" pitchFamily="34" charset="0"/>
            </a:endParaRPr>
          </a:p>
        </p:txBody>
      </p:sp>
      <p:sp>
        <p:nvSpPr>
          <p:cNvPr id="36" name="Rectangle 35"/>
          <p:cNvSpPr/>
          <p:nvPr/>
        </p:nvSpPr>
        <p:spPr>
          <a:xfrm>
            <a:off x="2712635" y="3425254"/>
            <a:ext cx="581569" cy="572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37" name="Group 36"/>
          <p:cNvGrpSpPr/>
          <p:nvPr/>
        </p:nvGrpSpPr>
        <p:grpSpPr>
          <a:xfrm>
            <a:off x="3490364" y="3425254"/>
            <a:ext cx="5138704" cy="601968"/>
            <a:chOff x="1795588" y="1688594"/>
            <a:chExt cx="6408712" cy="707911"/>
          </a:xfrm>
          <a:solidFill>
            <a:schemeClr val="bg1"/>
          </a:solidFill>
        </p:grpSpPr>
        <p:sp>
          <p:nvSpPr>
            <p:cNvPr id="38" name="Rounded Rectangle 37"/>
            <p:cNvSpPr/>
            <p:nvPr/>
          </p:nvSpPr>
          <p:spPr>
            <a:xfrm>
              <a:off x="1795588" y="1688594"/>
              <a:ext cx="6408712" cy="707911"/>
            </a:xfrm>
            <a:prstGeom prst="roundRect">
              <a:avLst>
                <a:gd name="adj" fmla="val 10715"/>
              </a:avLst>
            </a:prstGeom>
            <a:solidFill>
              <a:schemeClr val="accent5"/>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9" name="Rounded Rectangle 16"/>
            <p:cNvSpPr/>
            <p:nvPr/>
          </p:nvSpPr>
          <p:spPr>
            <a:xfrm>
              <a:off x="7719981" y="1688594"/>
              <a:ext cx="484317" cy="600916"/>
            </a:xfrm>
            <a:custGeom>
              <a:avLst/>
              <a:gdLst/>
              <a:ahLst/>
              <a:cxnLst/>
              <a:rect l="l" t="t" r="r" b="b"/>
              <a:pathLst>
                <a:path w="484317" h="697391">
                  <a:moveTo>
                    <a:pt x="0" y="0"/>
                  </a:moveTo>
                  <a:lnTo>
                    <a:pt x="396286" y="0"/>
                  </a:lnTo>
                  <a:cubicBezTo>
                    <a:pt x="444904" y="0"/>
                    <a:pt x="484317" y="39413"/>
                    <a:pt x="484317" y="88031"/>
                  </a:cubicBezTo>
                  <a:lnTo>
                    <a:pt x="484317" y="697391"/>
                  </a:lnTo>
                  <a:close/>
                </a:path>
              </a:pathLst>
            </a:cu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0" name="TextBox 39"/>
          <p:cNvSpPr txBox="1"/>
          <p:nvPr/>
        </p:nvSpPr>
        <p:spPr>
          <a:xfrm>
            <a:off x="2706362" y="3480756"/>
            <a:ext cx="594114" cy="461665"/>
          </a:xfrm>
          <a:prstGeom prst="rect">
            <a:avLst/>
          </a:prstGeom>
          <a:noFill/>
        </p:spPr>
        <p:txBody>
          <a:bodyPr wrap="square" rtlCol="0" anchor="ctr">
            <a:spAutoFit/>
          </a:bodyPr>
          <a:lstStyle/>
          <a:p>
            <a:pPr algn="ctr"/>
            <a:r>
              <a:rPr lang="en-US" altLang="ko-KR" sz="2400" b="1" dirty="0">
                <a:solidFill>
                  <a:schemeClr val="accent5"/>
                </a:solidFill>
                <a:cs typeface="Arial" pitchFamily="34" charset="0"/>
              </a:rPr>
              <a:t>0</a:t>
            </a:r>
            <a:r>
              <a:rPr lang="id-ID" altLang="ko-KR" sz="2400" b="1" dirty="0">
                <a:solidFill>
                  <a:schemeClr val="accent5"/>
                </a:solidFill>
                <a:cs typeface="Arial" pitchFamily="34" charset="0"/>
              </a:rPr>
              <a:t>5</a:t>
            </a:r>
            <a:endParaRPr lang="ko-KR" altLang="en-US" sz="2400" b="1" dirty="0">
              <a:solidFill>
                <a:schemeClr val="accent5"/>
              </a:solidFill>
              <a:cs typeface="Arial" pitchFamily="34" charset="0"/>
            </a:endParaRPr>
          </a:p>
        </p:txBody>
      </p:sp>
      <p:sp>
        <p:nvSpPr>
          <p:cNvPr id="42" name="TextBox 10"/>
          <p:cNvSpPr txBox="1"/>
          <p:nvPr/>
        </p:nvSpPr>
        <p:spPr bwMode="auto">
          <a:xfrm>
            <a:off x="3563888" y="3579862"/>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400" b="1" dirty="0">
                <a:solidFill>
                  <a:schemeClr val="bg1"/>
                </a:solidFill>
                <a:cs typeface="Arial" pitchFamily="34" charset="0"/>
              </a:rPr>
              <a:t>PRINSIPLE</a:t>
            </a:r>
            <a:endParaRPr lang="en-US" altLang="ko-KR" sz="1400" b="1" dirty="0">
              <a:solidFill>
                <a:schemeClr val="bg1"/>
              </a:solidFill>
              <a:cs typeface="Arial" pitchFamily="34" charset="0"/>
            </a:endParaRPr>
          </a:p>
        </p:txBody>
      </p:sp>
      <p:sp>
        <p:nvSpPr>
          <p:cNvPr id="44" name="Rectangle 43"/>
          <p:cNvSpPr/>
          <p:nvPr/>
        </p:nvSpPr>
        <p:spPr>
          <a:xfrm>
            <a:off x="2712635" y="4198458"/>
            <a:ext cx="581569" cy="572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45" name="Group 44"/>
          <p:cNvGrpSpPr/>
          <p:nvPr/>
        </p:nvGrpSpPr>
        <p:grpSpPr>
          <a:xfrm>
            <a:off x="3490364" y="4198458"/>
            <a:ext cx="5138704" cy="601968"/>
            <a:chOff x="1795588" y="1688594"/>
            <a:chExt cx="6408712" cy="707911"/>
          </a:xfrm>
          <a:solidFill>
            <a:schemeClr val="bg1"/>
          </a:solidFill>
        </p:grpSpPr>
        <p:sp>
          <p:nvSpPr>
            <p:cNvPr id="46" name="Rounded Rectangle 45"/>
            <p:cNvSpPr/>
            <p:nvPr/>
          </p:nvSpPr>
          <p:spPr>
            <a:xfrm>
              <a:off x="1795588" y="1688594"/>
              <a:ext cx="6408712" cy="707911"/>
            </a:xfrm>
            <a:prstGeom prst="roundRect">
              <a:avLst>
                <a:gd name="adj" fmla="val 10715"/>
              </a:avLst>
            </a:prstGeom>
            <a:solidFill>
              <a:schemeClr val="accent6"/>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Rounded Rectangle 16"/>
            <p:cNvSpPr/>
            <p:nvPr/>
          </p:nvSpPr>
          <p:spPr>
            <a:xfrm>
              <a:off x="7719981" y="1688594"/>
              <a:ext cx="484317" cy="600916"/>
            </a:xfrm>
            <a:custGeom>
              <a:avLst/>
              <a:gdLst/>
              <a:ahLst/>
              <a:cxnLst/>
              <a:rect l="l" t="t" r="r" b="b"/>
              <a:pathLst>
                <a:path w="484317" h="697391">
                  <a:moveTo>
                    <a:pt x="0" y="0"/>
                  </a:moveTo>
                  <a:lnTo>
                    <a:pt x="396286" y="0"/>
                  </a:lnTo>
                  <a:cubicBezTo>
                    <a:pt x="444904" y="0"/>
                    <a:pt x="484317" y="39413"/>
                    <a:pt x="484317" y="88031"/>
                  </a:cubicBezTo>
                  <a:lnTo>
                    <a:pt x="484317" y="697391"/>
                  </a:lnTo>
                  <a:close/>
                </a:path>
              </a:pathLst>
            </a:custGeom>
            <a:solidFill>
              <a:schemeClr val="bg1"/>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8" name="TextBox 47"/>
          <p:cNvSpPr txBox="1"/>
          <p:nvPr/>
        </p:nvSpPr>
        <p:spPr>
          <a:xfrm>
            <a:off x="2706362" y="4253960"/>
            <a:ext cx="594114" cy="461665"/>
          </a:xfrm>
          <a:prstGeom prst="rect">
            <a:avLst/>
          </a:prstGeom>
          <a:noFill/>
        </p:spPr>
        <p:txBody>
          <a:bodyPr wrap="square" rtlCol="0" anchor="ctr">
            <a:spAutoFit/>
          </a:bodyPr>
          <a:lstStyle/>
          <a:p>
            <a:pPr algn="ctr"/>
            <a:r>
              <a:rPr lang="en-US" altLang="ko-KR" sz="2400" b="1" dirty="0">
                <a:solidFill>
                  <a:schemeClr val="accent6"/>
                </a:solidFill>
                <a:cs typeface="Arial" pitchFamily="34" charset="0"/>
              </a:rPr>
              <a:t>0</a:t>
            </a:r>
            <a:r>
              <a:rPr lang="id-ID" altLang="ko-KR" sz="2400" b="1" dirty="0">
                <a:solidFill>
                  <a:schemeClr val="accent6"/>
                </a:solidFill>
                <a:cs typeface="Arial" pitchFamily="34" charset="0"/>
              </a:rPr>
              <a:t>6</a:t>
            </a:r>
            <a:endParaRPr lang="ko-KR" altLang="en-US" sz="2400" b="1" dirty="0">
              <a:solidFill>
                <a:schemeClr val="accent6"/>
              </a:solidFill>
              <a:cs typeface="Arial" pitchFamily="34" charset="0"/>
            </a:endParaRPr>
          </a:p>
        </p:txBody>
      </p:sp>
      <p:sp>
        <p:nvSpPr>
          <p:cNvPr id="50" name="TextBox 10"/>
          <p:cNvSpPr txBox="1"/>
          <p:nvPr/>
        </p:nvSpPr>
        <p:spPr bwMode="auto">
          <a:xfrm>
            <a:off x="3563888" y="4371950"/>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400" b="1" dirty="0">
                <a:solidFill>
                  <a:schemeClr val="bg1"/>
                </a:solidFill>
                <a:cs typeface="Arial" pitchFamily="34" charset="0"/>
              </a:rPr>
              <a:t>SUPPORT FINANCE</a:t>
            </a:r>
            <a:endParaRPr lang="en-US" altLang="ko-KR" sz="1400" b="1" dirty="0">
              <a:solidFill>
                <a:schemeClr val="bg1"/>
              </a:solidFill>
              <a:cs typeface="Arial" pitchFamily="34" charset="0"/>
            </a:endParaRPr>
          </a:p>
        </p:txBody>
      </p:sp>
      <p:sp>
        <p:nvSpPr>
          <p:cNvPr id="55" name="Rectangle 54">
            <a:extLst>
              <a:ext uri="{FF2B5EF4-FFF2-40B4-BE49-F238E27FC236}">
                <a16:creationId xmlns:a16="http://schemas.microsoft.com/office/drawing/2014/main" id="{436B76B1-F8CC-493F-8846-923799080F4C}"/>
              </a:ext>
            </a:extLst>
          </p:cNvPr>
          <p:cNvSpPr/>
          <p:nvPr/>
        </p:nvSpPr>
        <p:spPr>
          <a:xfrm>
            <a:off x="2699792" y="339502"/>
            <a:ext cx="581569" cy="57266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nvGrpSpPr>
          <p:cNvPr id="56" name="Group 55">
            <a:extLst>
              <a:ext uri="{FF2B5EF4-FFF2-40B4-BE49-F238E27FC236}">
                <a16:creationId xmlns:a16="http://schemas.microsoft.com/office/drawing/2014/main" id="{92A17ACE-A60D-4CE6-977D-1099C921A571}"/>
              </a:ext>
            </a:extLst>
          </p:cNvPr>
          <p:cNvGrpSpPr/>
          <p:nvPr/>
        </p:nvGrpSpPr>
        <p:grpSpPr>
          <a:xfrm>
            <a:off x="3477521" y="339502"/>
            <a:ext cx="5138704" cy="601968"/>
            <a:chOff x="1795588" y="1688594"/>
            <a:chExt cx="6408712" cy="707911"/>
          </a:xfrm>
          <a:solidFill>
            <a:schemeClr val="bg1"/>
          </a:solidFill>
        </p:grpSpPr>
        <p:sp>
          <p:nvSpPr>
            <p:cNvPr id="57" name="Rounded Rectangle 5">
              <a:extLst>
                <a:ext uri="{FF2B5EF4-FFF2-40B4-BE49-F238E27FC236}">
                  <a16:creationId xmlns:a16="http://schemas.microsoft.com/office/drawing/2014/main" id="{7A7DAA15-7411-46FE-9D7C-000232823712}"/>
                </a:ext>
              </a:extLst>
            </p:cNvPr>
            <p:cNvSpPr/>
            <p:nvPr/>
          </p:nvSpPr>
          <p:spPr>
            <a:xfrm>
              <a:off x="1795588" y="1688594"/>
              <a:ext cx="6408712" cy="707911"/>
            </a:xfrm>
            <a:prstGeom prst="roundRect">
              <a:avLst>
                <a:gd name="adj" fmla="val 10715"/>
              </a:avLst>
            </a:prstGeom>
            <a:grp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8" name="Rounded Rectangle 16">
              <a:extLst>
                <a:ext uri="{FF2B5EF4-FFF2-40B4-BE49-F238E27FC236}">
                  <a16:creationId xmlns:a16="http://schemas.microsoft.com/office/drawing/2014/main" id="{6DC23C0D-969A-4BB6-A09E-2A3BE4A329A8}"/>
                </a:ext>
              </a:extLst>
            </p:cNvPr>
            <p:cNvSpPr/>
            <p:nvPr/>
          </p:nvSpPr>
          <p:spPr>
            <a:xfrm>
              <a:off x="7719981" y="1688594"/>
              <a:ext cx="484317" cy="600916"/>
            </a:xfrm>
            <a:custGeom>
              <a:avLst/>
              <a:gdLst/>
              <a:ahLst/>
              <a:cxnLst/>
              <a:rect l="l" t="t" r="r" b="b"/>
              <a:pathLst>
                <a:path w="484317" h="697391">
                  <a:moveTo>
                    <a:pt x="0" y="0"/>
                  </a:moveTo>
                  <a:lnTo>
                    <a:pt x="396286" y="0"/>
                  </a:lnTo>
                  <a:cubicBezTo>
                    <a:pt x="444904" y="0"/>
                    <a:pt x="484317" y="39413"/>
                    <a:pt x="484317" y="88031"/>
                  </a:cubicBezTo>
                  <a:lnTo>
                    <a:pt x="484317" y="697391"/>
                  </a:lnTo>
                  <a:close/>
                </a:path>
              </a:pathLst>
            </a:cu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9" name="TextBox 58">
            <a:extLst>
              <a:ext uri="{FF2B5EF4-FFF2-40B4-BE49-F238E27FC236}">
                <a16:creationId xmlns:a16="http://schemas.microsoft.com/office/drawing/2014/main" id="{79175ADC-835B-4734-983F-8BE12D347F5F}"/>
              </a:ext>
            </a:extLst>
          </p:cNvPr>
          <p:cNvSpPr txBox="1"/>
          <p:nvPr/>
        </p:nvSpPr>
        <p:spPr>
          <a:xfrm>
            <a:off x="2693519" y="395004"/>
            <a:ext cx="594114" cy="461665"/>
          </a:xfrm>
          <a:prstGeom prst="rect">
            <a:avLst/>
          </a:prstGeom>
          <a:noFill/>
        </p:spPr>
        <p:txBody>
          <a:bodyPr wrap="square" rtlCol="0" anchor="ctr">
            <a:spAutoFit/>
          </a:bodyPr>
          <a:lstStyle/>
          <a:p>
            <a:pPr algn="ctr"/>
            <a:r>
              <a:rPr lang="en-US" altLang="ko-KR" sz="2400" b="1" dirty="0">
                <a:solidFill>
                  <a:schemeClr val="bg1"/>
                </a:solidFill>
                <a:cs typeface="Arial" pitchFamily="34" charset="0"/>
              </a:rPr>
              <a:t>01</a:t>
            </a:r>
            <a:endParaRPr lang="ko-KR" altLang="en-US" sz="2400" b="1" dirty="0">
              <a:solidFill>
                <a:schemeClr val="bg1"/>
              </a:solidFill>
              <a:cs typeface="Arial" pitchFamily="34" charset="0"/>
            </a:endParaRPr>
          </a:p>
        </p:txBody>
      </p:sp>
      <p:grpSp>
        <p:nvGrpSpPr>
          <p:cNvPr id="60" name="Group 59">
            <a:extLst>
              <a:ext uri="{FF2B5EF4-FFF2-40B4-BE49-F238E27FC236}">
                <a16:creationId xmlns:a16="http://schemas.microsoft.com/office/drawing/2014/main" id="{A6B389DB-A8C3-4DD3-9845-9EBCF903B979}"/>
              </a:ext>
            </a:extLst>
          </p:cNvPr>
          <p:cNvGrpSpPr/>
          <p:nvPr/>
        </p:nvGrpSpPr>
        <p:grpSpPr>
          <a:xfrm>
            <a:off x="3574734" y="392667"/>
            <a:ext cx="4752528" cy="509023"/>
            <a:chOff x="2175371" y="1762964"/>
            <a:chExt cx="5040560" cy="590745"/>
          </a:xfrm>
        </p:grpSpPr>
        <p:sp>
          <p:nvSpPr>
            <p:cNvPr id="61" name="TextBox 10">
              <a:extLst>
                <a:ext uri="{FF2B5EF4-FFF2-40B4-BE49-F238E27FC236}">
                  <a16:creationId xmlns:a16="http://schemas.microsoft.com/office/drawing/2014/main" id="{E3E51843-E1C1-4454-A16D-1C2759C1B5EA}"/>
                </a:ext>
              </a:extLst>
            </p:cNvPr>
            <p:cNvSpPr txBox="1"/>
            <p:nvPr/>
          </p:nvSpPr>
          <p:spPr bwMode="auto">
            <a:xfrm>
              <a:off x="2175371" y="1762964"/>
              <a:ext cx="5040560" cy="357190"/>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400" b="1" dirty="0">
                  <a:solidFill>
                    <a:schemeClr val="tx1">
                      <a:lumMod val="65000"/>
                      <a:lumOff val="35000"/>
                    </a:schemeClr>
                  </a:solidFill>
                  <a:cs typeface="Arial" pitchFamily="34" charset="0"/>
                </a:rPr>
                <a:t>ABOUT US</a:t>
              </a:r>
              <a:endParaRPr lang="en-US" altLang="ko-KR" sz="1400" b="1" dirty="0">
                <a:solidFill>
                  <a:schemeClr val="tx1">
                    <a:lumMod val="65000"/>
                    <a:lumOff val="35000"/>
                  </a:schemeClr>
                </a:solidFill>
                <a:cs typeface="Arial" pitchFamily="34" charset="0"/>
              </a:endParaRPr>
            </a:p>
          </p:txBody>
        </p:sp>
        <p:sp>
          <p:nvSpPr>
            <p:cNvPr id="62" name="TextBox 12">
              <a:extLst>
                <a:ext uri="{FF2B5EF4-FFF2-40B4-BE49-F238E27FC236}">
                  <a16:creationId xmlns:a16="http://schemas.microsoft.com/office/drawing/2014/main" id="{41FCAD1B-E05A-4791-8307-78F439DE4819}"/>
                </a:ext>
              </a:extLst>
            </p:cNvPr>
            <p:cNvSpPr txBox="1"/>
            <p:nvPr/>
          </p:nvSpPr>
          <p:spPr bwMode="auto">
            <a:xfrm>
              <a:off x="2175371" y="2032239"/>
              <a:ext cx="5040560" cy="321470"/>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200" dirty="0">
                  <a:solidFill>
                    <a:schemeClr val="tx1">
                      <a:lumMod val="65000"/>
                      <a:lumOff val="35000"/>
                    </a:schemeClr>
                  </a:solidFill>
                  <a:cs typeface="Arial" pitchFamily="34" charset="0"/>
                </a:rPr>
                <a:t>Latar Belakang PT. Mila Media Telekomunikasi</a:t>
              </a:r>
              <a:endParaRPr lang="ko-KR" altLang="en-US" sz="1200" dirty="0">
                <a:solidFill>
                  <a:schemeClr val="tx1">
                    <a:lumMod val="65000"/>
                    <a:lumOff val="35000"/>
                  </a:schemeClr>
                </a:solidFill>
                <a:cs typeface="Arial" pitchFamily="34" charset="0"/>
              </a:endParaRPr>
            </a:p>
          </p:txBody>
        </p:sp>
      </p:grpSp>
      <p:sp>
        <p:nvSpPr>
          <p:cNvPr id="63" name="TextBox 10">
            <a:extLst>
              <a:ext uri="{FF2B5EF4-FFF2-40B4-BE49-F238E27FC236}">
                <a16:creationId xmlns:a16="http://schemas.microsoft.com/office/drawing/2014/main" id="{904414F3-A9D6-429D-9D78-3930E2715711}"/>
              </a:ext>
            </a:extLst>
          </p:cNvPr>
          <p:cNvSpPr txBox="1"/>
          <p:nvPr/>
        </p:nvSpPr>
        <p:spPr bwMode="auto">
          <a:xfrm>
            <a:off x="3563888" y="1275606"/>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id-ID" altLang="ko-KR" sz="1400" b="1" dirty="0">
                <a:solidFill>
                  <a:schemeClr val="tx1">
                    <a:lumMod val="65000"/>
                    <a:lumOff val="35000"/>
                  </a:schemeClr>
                </a:solidFill>
                <a:cs typeface="Arial" pitchFamily="34" charset="0"/>
              </a:rPr>
              <a:t>VISI &amp; MISI</a:t>
            </a:r>
            <a:endParaRPr lang="en-US" altLang="ko-KR" sz="1400" b="1" dirty="0">
              <a:solidFill>
                <a:schemeClr val="tx1">
                  <a:lumMod val="65000"/>
                  <a:lumOff val="35000"/>
                </a:schemeClr>
              </a:solidFill>
              <a:cs typeface="Arial" pitchFamily="34" charset="0"/>
            </a:endParaRPr>
          </a:p>
        </p:txBody>
      </p:sp>
    </p:spTree>
    <p:extLst>
      <p:ext uri="{BB962C8B-B14F-4D97-AF65-F5344CB8AC3E}">
        <p14:creationId xmlns:p14="http://schemas.microsoft.com/office/powerpoint/2010/main" val="1095055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843808" y="2643758"/>
            <a:ext cx="3384376" cy="576063"/>
          </a:xfrm>
        </p:spPr>
        <p:txBody>
          <a:bodyPr/>
          <a:lstStyle/>
          <a:p>
            <a:r>
              <a:rPr lang="en-US" altLang="ko-KR" b="1" dirty="0"/>
              <a:t>Welcome!!</a:t>
            </a:r>
            <a:endParaRPr lang="ko-KR" altLang="en-US" b="1" dirty="0"/>
          </a:p>
        </p:txBody>
      </p:sp>
      <p:sp>
        <p:nvSpPr>
          <p:cNvPr id="4" name="Block Arc 14"/>
          <p:cNvSpPr/>
          <p:nvPr/>
        </p:nvSpPr>
        <p:spPr>
          <a:xfrm rot="16200000">
            <a:off x="4068256" y="1563326"/>
            <a:ext cx="947453" cy="948077"/>
          </a:xfrm>
          <a:custGeom>
            <a:avLst/>
            <a:gdLst/>
            <a:ahLst/>
            <a:cxnLst/>
            <a:rect l="l" t="t" r="r" b="b"/>
            <a:pathLst>
              <a:path w="3185463" h="3187558">
                <a:moveTo>
                  <a:pt x="764000" y="2343999"/>
                </a:moveTo>
                <a:cubicBezTo>
                  <a:pt x="566798" y="2256389"/>
                  <a:pt x="385374" y="2134753"/>
                  <a:pt x="230072" y="1981662"/>
                </a:cubicBezTo>
                <a:cubicBezTo>
                  <a:pt x="297001" y="2223876"/>
                  <a:pt x="428049" y="2439341"/>
                  <a:pt x="603989" y="2608945"/>
                </a:cubicBezTo>
                <a:cubicBezTo>
                  <a:pt x="667739" y="2525681"/>
                  <a:pt x="720588" y="2436567"/>
                  <a:pt x="764000" y="2343999"/>
                </a:cubicBezTo>
                <a:close/>
                <a:moveTo>
                  <a:pt x="783530" y="862903"/>
                </a:moveTo>
                <a:cubicBezTo>
                  <a:pt x="737619" y="760936"/>
                  <a:pt x="681240" y="662513"/>
                  <a:pt x="611676" y="571152"/>
                </a:cubicBezTo>
                <a:cubicBezTo>
                  <a:pt x="419218" y="754019"/>
                  <a:pt x="279227" y="991173"/>
                  <a:pt x="215545" y="1258034"/>
                </a:cubicBezTo>
                <a:cubicBezTo>
                  <a:pt x="378729" y="1090139"/>
                  <a:pt x="571934" y="956907"/>
                  <a:pt x="783530" y="862903"/>
                </a:cubicBezTo>
                <a:close/>
                <a:moveTo>
                  <a:pt x="935657" y="1673146"/>
                </a:moveTo>
                <a:lnTo>
                  <a:pt x="227023" y="1673146"/>
                </a:lnTo>
                <a:cubicBezTo>
                  <a:pt x="393068" y="1882941"/>
                  <a:pt x="605618" y="2045968"/>
                  <a:pt x="844267" y="2153109"/>
                </a:cubicBezTo>
                <a:cubicBezTo>
                  <a:pt x="897907" y="1997390"/>
                  <a:pt x="928862" y="1835739"/>
                  <a:pt x="935657" y="1673146"/>
                </a:cubicBezTo>
                <a:close/>
                <a:moveTo>
                  <a:pt x="935928" y="1493146"/>
                </a:moveTo>
                <a:cubicBezTo>
                  <a:pt x="928922" y="1345638"/>
                  <a:pt x="902278" y="1198995"/>
                  <a:pt x="856775" y="1056956"/>
                </a:cubicBezTo>
                <a:cubicBezTo>
                  <a:pt x="636768" y="1156959"/>
                  <a:pt x="439487" y="1304654"/>
                  <a:pt x="281464" y="1493146"/>
                </a:cubicBezTo>
                <a:close/>
                <a:moveTo>
                  <a:pt x="1469785" y="2515107"/>
                </a:moveTo>
                <a:cubicBezTo>
                  <a:pt x="1283000" y="2508124"/>
                  <a:pt x="1100523" y="2472287"/>
                  <a:pt x="927628" y="2411229"/>
                </a:cubicBezTo>
                <a:cubicBezTo>
                  <a:pt x="876831" y="2520843"/>
                  <a:pt x="814172" y="2626182"/>
                  <a:pt x="738220" y="2724387"/>
                </a:cubicBezTo>
                <a:cubicBezTo>
                  <a:pt x="944637" y="2881665"/>
                  <a:pt x="1196120" y="2982471"/>
                  <a:pt x="1469785" y="3005418"/>
                </a:cubicBezTo>
                <a:close/>
                <a:moveTo>
                  <a:pt x="1469785" y="1673146"/>
                </a:moveTo>
                <a:lnTo>
                  <a:pt x="1112275" y="1673146"/>
                </a:lnTo>
                <a:cubicBezTo>
                  <a:pt x="1105327" y="1858153"/>
                  <a:pt x="1070032" y="2042144"/>
                  <a:pt x="1008001" y="2219039"/>
                </a:cubicBezTo>
                <a:cubicBezTo>
                  <a:pt x="1155519" y="2270408"/>
                  <a:pt x="1310845" y="2300826"/>
                  <a:pt x="1469785" y="2307834"/>
                </a:cubicBezTo>
                <a:close/>
                <a:moveTo>
                  <a:pt x="1469785" y="898989"/>
                </a:moveTo>
                <a:cubicBezTo>
                  <a:pt x="1315103" y="907762"/>
                  <a:pt x="1164166" y="938783"/>
                  <a:pt x="1020939" y="990066"/>
                </a:cubicBezTo>
                <a:cubicBezTo>
                  <a:pt x="1074574" y="1153655"/>
                  <a:pt x="1105461" y="1322925"/>
                  <a:pt x="1112368" y="1493146"/>
                </a:cubicBezTo>
                <a:lnTo>
                  <a:pt x="1469785" y="1493146"/>
                </a:lnTo>
                <a:close/>
                <a:moveTo>
                  <a:pt x="1469785" y="182141"/>
                </a:moveTo>
                <a:cubicBezTo>
                  <a:pt x="1199839" y="204777"/>
                  <a:pt x="951477" y="303168"/>
                  <a:pt x="746615" y="456764"/>
                </a:cubicBezTo>
                <a:cubicBezTo>
                  <a:pt x="828296" y="562801"/>
                  <a:pt x="894225" y="677310"/>
                  <a:pt x="947434" y="796072"/>
                </a:cubicBezTo>
                <a:cubicBezTo>
                  <a:pt x="1113886" y="736067"/>
                  <a:pt x="1289644" y="700323"/>
                  <a:pt x="1469785" y="691530"/>
                </a:cubicBezTo>
                <a:close/>
                <a:moveTo>
                  <a:pt x="2150063" y="992171"/>
                </a:moveTo>
                <a:cubicBezTo>
                  <a:pt x="1990712" y="935501"/>
                  <a:pt x="1822242" y="902595"/>
                  <a:pt x="1649785" y="897224"/>
                </a:cubicBezTo>
                <a:lnTo>
                  <a:pt x="1649785" y="1493146"/>
                </a:lnTo>
                <a:lnTo>
                  <a:pt x="2063712" y="1493146"/>
                </a:lnTo>
                <a:cubicBezTo>
                  <a:pt x="2069089" y="1323887"/>
                  <a:pt x="2098366" y="1155330"/>
                  <a:pt x="2150063" y="992171"/>
                </a:cubicBezTo>
                <a:close/>
                <a:moveTo>
                  <a:pt x="2168848" y="2199110"/>
                </a:moveTo>
                <a:cubicBezTo>
                  <a:pt x="2108555" y="2028681"/>
                  <a:pt x="2073581" y="1851532"/>
                  <a:pt x="2065295" y="1673146"/>
                </a:cubicBezTo>
                <a:lnTo>
                  <a:pt x="1649785" y="1673146"/>
                </a:lnTo>
                <a:lnTo>
                  <a:pt x="1649785" y="2307299"/>
                </a:lnTo>
                <a:cubicBezTo>
                  <a:pt x="1829404" y="2299517"/>
                  <a:pt x="2004315" y="2261965"/>
                  <a:pt x="2168848" y="2199110"/>
                </a:cubicBezTo>
                <a:close/>
                <a:moveTo>
                  <a:pt x="2422394" y="446879"/>
                </a:moveTo>
                <a:cubicBezTo>
                  <a:pt x="2204309" y="287209"/>
                  <a:pt x="1938140" y="189883"/>
                  <a:pt x="1649785" y="178919"/>
                </a:cubicBezTo>
                <a:lnTo>
                  <a:pt x="1649785" y="689876"/>
                </a:lnTo>
                <a:cubicBezTo>
                  <a:pt x="1846998" y="695154"/>
                  <a:pt x="2039668" y="732502"/>
                  <a:pt x="2221721" y="797410"/>
                </a:cubicBezTo>
                <a:cubicBezTo>
                  <a:pt x="2275056" y="675360"/>
                  <a:pt x="2341760" y="557662"/>
                  <a:pt x="2422394" y="446879"/>
                </a:cubicBezTo>
                <a:close/>
                <a:moveTo>
                  <a:pt x="2447278" y="2722123"/>
                </a:moveTo>
                <a:cubicBezTo>
                  <a:pt x="2366121" y="2618714"/>
                  <a:pt x="2299534" y="2507403"/>
                  <a:pt x="2246145" y="2391362"/>
                </a:cubicBezTo>
                <a:cubicBezTo>
                  <a:pt x="2057375" y="2464119"/>
                  <a:pt x="1856285" y="2506958"/>
                  <a:pt x="1649785" y="2514779"/>
                </a:cubicBezTo>
                <a:lnTo>
                  <a:pt x="1649785" y="3008639"/>
                </a:lnTo>
                <a:cubicBezTo>
                  <a:pt x="1949198" y="2997255"/>
                  <a:pt x="2224691" y="2892757"/>
                  <a:pt x="2447278" y="2722123"/>
                </a:cubicBezTo>
                <a:close/>
                <a:moveTo>
                  <a:pt x="2878934" y="1493146"/>
                </a:moveTo>
                <a:cubicBezTo>
                  <a:pt x="2723190" y="1307255"/>
                  <a:pt x="2529440" y="1161128"/>
                  <a:pt x="2313862" y="1060620"/>
                </a:cubicBezTo>
                <a:cubicBezTo>
                  <a:pt x="2270535" y="1201714"/>
                  <a:pt x="2245604" y="1347104"/>
                  <a:pt x="2240109" y="1493146"/>
                </a:cubicBezTo>
                <a:close/>
                <a:moveTo>
                  <a:pt x="2890636" y="1673146"/>
                </a:moveTo>
                <a:lnTo>
                  <a:pt x="2241814" y="1673146"/>
                </a:lnTo>
                <a:cubicBezTo>
                  <a:pt x="2249736" y="1827102"/>
                  <a:pt x="2279520" y="1979973"/>
                  <a:pt x="2329964" y="2127513"/>
                </a:cubicBezTo>
                <a:cubicBezTo>
                  <a:pt x="2545677" y="2019923"/>
                  <a:pt x="2738160" y="1866413"/>
                  <a:pt x="2890636" y="1673146"/>
                </a:cubicBezTo>
                <a:close/>
                <a:moveTo>
                  <a:pt x="2973035" y="1284386"/>
                </a:moveTo>
                <a:cubicBezTo>
                  <a:pt x="2912066" y="1001840"/>
                  <a:pt x="2765308" y="751379"/>
                  <a:pt x="2561381" y="561108"/>
                </a:cubicBezTo>
                <a:cubicBezTo>
                  <a:pt x="2489321" y="656437"/>
                  <a:pt x="2431363" y="759225"/>
                  <a:pt x="2384553" y="865647"/>
                </a:cubicBezTo>
                <a:cubicBezTo>
                  <a:pt x="2604520" y="964977"/>
                  <a:pt x="2804622" y="1106677"/>
                  <a:pt x="2973035" y="1284386"/>
                </a:cubicBezTo>
                <a:close/>
                <a:moveTo>
                  <a:pt x="2974277" y="1897328"/>
                </a:moveTo>
                <a:cubicBezTo>
                  <a:pt x="2812488" y="2073933"/>
                  <a:pt x="2619878" y="2216690"/>
                  <a:pt x="2407486" y="2319665"/>
                </a:cubicBezTo>
                <a:cubicBezTo>
                  <a:pt x="2454169" y="2420503"/>
                  <a:pt x="2511856" y="2517376"/>
                  <a:pt x="2582047" y="2607468"/>
                </a:cubicBezTo>
                <a:cubicBezTo>
                  <a:pt x="2776399" y="2417974"/>
                  <a:pt x="2916061" y="2172750"/>
                  <a:pt x="2974277" y="1897328"/>
                </a:cubicBezTo>
                <a:close/>
                <a:moveTo>
                  <a:pt x="3185463" y="1593779"/>
                </a:moveTo>
                <a:cubicBezTo>
                  <a:pt x="3185463" y="2473999"/>
                  <a:pt x="2471904" y="3187558"/>
                  <a:pt x="1591684" y="3187558"/>
                </a:cubicBezTo>
                <a:cubicBezTo>
                  <a:pt x="738111" y="3187558"/>
                  <a:pt x="41261" y="2516549"/>
                  <a:pt x="1913" y="1673146"/>
                </a:cubicBezTo>
                <a:lnTo>
                  <a:pt x="0" y="1673146"/>
                </a:lnTo>
                <a:lnTo>
                  <a:pt x="0" y="1493146"/>
                </a:lnTo>
                <a:lnTo>
                  <a:pt x="2750" y="1493146"/>
                </a:lnTo>
                <a:cubicBezTo>
                  <a:pt x="50490" y="700174"/>
                  <a:pt x="679654" y="64473"/>
                  <a:pt x="1469785" y="6156"/>
                </a:cubicBezTo>
                <a:lnTo>
                  <a:pt x="1469785" y="0"/>
                </a:lnTo>
                <a:lnTo>
                  <a:pt x="1591684" y="0"/>
                </a:lnTo>
                <a:lnTo>
                  <a:pt x="1649785" y="0"/>
                </a:lnTo>
                <a:lnTo>
                  <a:pt x="1649785" y="2934"/>
                </a:lnTo>
                <a:cubicBezTo>
                  <a:pt x="2503127" y="31654"/>
                  <a:pt x="3185463" y="733032"/>
                  <a:pt x="3185463" y="159377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 name="TextBox 4"/>
          <p:cNvSpPr txBox="1"/>
          <p:nvPr/>
        </p:nvSpPr>
        <p:spPr>
          <a:xfrm>
            <a:off x="3365182" y="3119538"/>
            <a:ext cx="2413489" cy="276999"/>
          </a:xfrm>
          <a:prstGeom prst="rect">
            <a:avLst/>
          </a:prstGeom>
          <a:noFill/>
        </p:spPr>
        <p:txBody>
          <a:bodyPr wrap="square" rtlCol="0">
            <a:spAutoFit/>
          </a:bodyPr>
          <a:lstStyle/>
          <a:p>
            <a:pPr algn="ctr"/>
            <a:r>
              <a:rPr lang="en-US" altLang="ko-KR" sz="1200" dirty="0">
                <a:solidFill>
                  <a:schemeClr val="bg1"/>
                </a:solidFill>
                <a:cs typeface="Arial" pitchFamily="34" charset="0"/>
              </a:rPr>
              <a:t>  </a:t>
            </a:r>
          </a:p>
        </p:txBody>
      </p:sp>
      <p:pic>
        <p:nvPicPr>
          <p:cNvPr id="8" name="Picture 7">
            <a:extLst>
              <a:ext uri="{FF2B5EF4-FFF2-40B4-BE49-F238E27FC236}">
                <a16:creationId xmlns:a16="http://schemas.microsoft.com/office/drawing/2014/main" id="{2B3AECAA-455A-42BF-8648-962837DA54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04"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239406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251520" y="17141"/>
            <a:ext cx="2376264" cy="576064"/>
          </a:xfrm>
        </p:spPr>
        <p:txBody>
          <a:bodyPr/>
          <a:lstStyle/>
          <a:p>
            <a:r>
              <a:rPr lang="id-ID" altLang="ko-KR" sz="3200" b="1" dirty="0">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rPr>
              <a:t>About Us</a:t>
            </a:r>
            <a:endParaRPr lang="ko-KR" altLang="en-US" sz="3200" b="1" dirty="0">
              <a:effectLst>
                <a:outerShdw blurRad="38100" dist="38100" dir="2700000" algn="tl">
                  <a:srgbClr val="000000">
                    <a:alpha val="43137"/>
                  </a:srgbClr>
                </a:outerShdw>
              </a:effectLst>
              <a:latin typeface="Adobe Gothic Std B" panose="020B0800000000000000" pitchFamily="34" charset="-128"/>
              <a:ea typeface="Adobe Gothic Std B" panose="020B0800000000000000" pitchFamily="34" charset="-128"/>
            </a:endParaRPr>
          </a:p>
        </p:txBody>
      </p:sp>
      <p:sp>
        <p:nvSpPr>
          <p:cNvPr id="3" name="Text Placeholder 2"/>
          <p:cNvSpPr>
            <a:spLocks noGrp="1"/>
          </p:cNvSpPr>
          <p:nvPr>
            <p:ph type="body" sz="quarter" idx="12"/>
          </p:nvPr>
        </p:nvSpPr>
        <p:spPr>
          <a:xfrm>
            <a:off x="0" y="403402"/>
            <a:ext cx="9144000" cy="288032"/>
          </a:xfrm>
        </p:spPr>
        <p:txBody>
          <a:bodyPr/>
          <a:lstStyle/>
          <a:p>
            <a:pPr lvl="0"/>
            <a:r>
              <a:rPr lang="id-ID" altLang="ko-KR" sz="1400" b="1" dirty="0"/>
              <a:t>Latar Belakang PT. Mila Media Telekomunikasi</a:t>
            </a:r>
            <a:endParaRPr lang="en-US" altLang="ko-KR" sz="1400" b="1" dirty="0"/>
          </a:p>
        </p:txBody>
      </p:sp>
      <p:sp>
        <p:nvSpPr>
          <p:cNvPr id="51" name="Text Placeholder 2">
            <a:extLst>
              <a:ext uri="{FF2B5EF4-FFF2-40B4-BE49-F238E27FC236}">
                <a16:creationId xmlns:a16="http://schemas.microsoft.com/office/drawing/2014/main" id="{9E6CE850-C61D-4C0E-A2F4-2C9A6F149BAD}"/>
              </a:ext>
            </a:extLst>
          </p:cNvPr>
          <p:cNvSpPr txBox="1">
            <a:spLocks/>
          </p:cNvSpPr>
          <p:nvPr/>
        </p:nvSpPr>
        <p:spPr>
          <a:xfrm>
            <a:off x="179512" y="771550"/>
            <a:ext cx="8722853" cy="4155926"/>
          </a:xfrm>
          <a:prstGeom prst="rect">
            <a:avLst/>
          </a:prstGeom>
        </p:spPr>
        <p:txBody>
          <a:bodyPr anchor="ctr"/>
          <a:lstStyle>
            <a:lvl1pPr marL="0" indent="0" algn="ctr" defTabSz="914400" rtl="0" eaLnBrk="1" latinLnBrk="1" hangingPunct="1">
              <a:spcBef>
                <a:spcPct val="20000"/>
              </a:spcBef>
              <a:buFont typeface="Arial" pitchFamily="34" charset="0"/>
              <a:buNone/>
              <a:defRPr sz="1200" b="0" kern="1200" baseline="0">
                <a:solidFill>
                  <a:schemeClr val="bg1"/>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id-ID" dirty="0"/>
              <a:t>PT. Mila Media Telekomunikasi adalah perusahaan yang bergerak dalam bidang Retail Penjualan Handphone  dengan nama  Toko MILAPHONE dan Retail penjualan Sepeda motor Listrik dengan Nama Toko SANMOTO</a:t>
            </a:r>
          </a:p>
          <a:p>
            <a:pPr algn="just"/>
            <a:endParaRPr lang="id-ID" sz="1000" dirty="0"/>
          </a:p>
          <a:p>
            <a:pPr algn="just"/>
            <a:r>
              <a:rPr lang="id-ID" dirty="0"/>
              <a:t>Milaphone berdiri pada bulan Agustus 2019 berawal dari toko perorangan yang beralamat di Jl. Putri Tunggal No 67 Kel. Harja Mukti RT. 02/01 Kec. Cimanggis Kota Depok.</a:t>
            </a:r>
          </a:p>
          <a:p>
            <a:pPr algn="just"/>
            <a:endParaRPr lang="id-ID" sz="1000" dirty="0"/>
          </a:p>
          <a:p>
            <a:pPr algn="just"/>
            <a:r>
              <a:rPr lang="id-ID" dirty="0"/>
              <a:t>Kemudian menjalin Kerjasama dengan Prinsiple berbagai macam brand Produck dan bekerjasama dengan mitra pembiayaan. Seiring perkembangan penjualan yang semakin meningkat agar dapat memenuhi standart kwalitas perusahaan, maka kami   membentuk management dan pada tanggal 19 Oktober 2021 berdiri nama Perusahaan PT. Mila Media Telekomunikasi yg kini beralamat Jl. Raya Cilangkap 001/005, Kel. Cilangkap Kec. Tapos Kota Depok Jawa Barat.</a:t>
            </a:r>
          </a:p>
          <a:p>
            <a:pPr algn="just"/>
            <a:endParaRPr lang="id-ID" sz="1000" dirty="0"/>
          </a:p>
          <a:p>
            <a:pPr algn="just"/>
            <a:r>
              <a:rPr lang="id-ID" dirty="0"/>
              <a:t>Hingga saat ini Milaphone telah memiliki total Toko berjumlah 9 Cabang yang beralamat :</a:t>
            </a:r>
          </a:p>
          <a:p>
            <a:pPr marL="171450" indent="-171450" algn="just">
              <a:buFont typeface="Wingdings" panose="05000000000000000000" pitchFamily="2" charset="2"/>
              <a:buChar char="§"/>
            </a:pPr>
            <a:r>
              <a:rPr lang="id-ID" b="1" dirty="0"/>
              <a:t>Milaphone Pusat		</a:t>
            </a:r>
            <a:r>
              <a:rPr lang="id-ID" dirty="0"/>
              <a:t>Jl. Raya Cilangkap, Kel. Cimpaeun, Kec. Tapos, Kota Depok </a:t>
            </a:r>
            <a:endParaRPr lang="id-ID" b="1" dirty="0"/>
          </a:p>
          <a:p>
            <a:pPr marL="171450" indent="-171450" algn="just">
              <a:buFont typeface="Wingdings" panose="05000000000000000000" pitchFamily="2" charset="2"/>
              <a:buChar char="§"/>
            </a:pPr>
            <a:r>
              <a:rPr lang="id-ID" b="1" dirty="0"/>
              <a:t>Milaphone Gas Alam</a:t>
            </a:r>
            <a:r>
              <a:rPr lang="id-ID" dirty="0"/>
              <a:t>		Jl. Putri Tunggal No. 67, Harjamukti, Kec. Cimanggis, Kota Depok</a:t>
            </a:r>
            <a:endParaRPr lang="id-ID" b="1" dirty="0"/>
          </a:p>
          <a:p>
            <a:pPr marL="171450" indent="-171450" algn="just">
              <a:buFont typeface="Wingdings" panose="05000000000000000000" pitchFamily="2" charset="2"/>
              <a:buChar char="§"/>
            </a:pPr>
            <a:r>
              <a:rPr lang="id-ID" b="1" dirty="0"/>
              <a:t>Milaphone Wanaherang 	</a:t>
            </a:r>
            <a:r>
              <a:rPr lang="id-ID" dirty="0"/>
              <a:t>Jl. Wanaherang (Tlajung) No. 29, Wanaherang, Kec. Gn. Putri, Kab. Bogor</a:t>
            </a:r>
          </a:p>
          <a:p>
            <a:pPr marL="171450" indent="-171450" algn="just">
              <a:buFont typeface="Wingdings" panose="05000000000000000000" pitchFamily="2" charset="2"/>
              <a:buChar char="§"/>
            </a:pPr>
            <a:r>
              <a:rPr lang="id-ID" b="1" dirty="0"/>
              <a:t>Sanmoto Metland 1 (Uwinfly)	</a:t>
            </a:r>
            <a:r>
              <a:rPr lang="id-ID" dirty="0"/>
              <a:t>Jl. Raya Cileungsi - Jonggol No.km. 25, Cileungsi Kidul, Kec. Cileungsi, Kab.Bogor</a:t>
            </a:r>
          </a:p>
          <a:p>
            <a:pPr marL="171450" indent="-171450" algn="just">
              <a:buFont typeface="Wingdings" panose="05000000000000000000" pitchFamily="2" charset="2"/>
              <a:buChar char="§"/>
            </a:pPr>
            <a:r>
              <a:rPr lang="id-ID" b="1" dirty="0"/>
              <a:t>Sanmoto Metland 2 (Uwinfly)	</a:t>
            </a:r>
            <a:r>
              <a:rPr lang="id-ID" dirty="0"/>
              <a:t>Ruko Duta Mekar Asri Blok M1 No.7, Cileungsi Kidul, Kec. Cileungsi, Kab.Bogor</a:t>
            </a:r>
          </a:p>
          <a:p>
            <a:pPr marL="171450" indent="-171450" algn="just">
              <a:buFont typeface="Wingdings" panose="05000000000000000000" pitchFamily="2" charset="2"/>
              <a:buChar char="§"/>
            </a:pPr>
            <a:r>
              <a:rPr lang="id-ID" b="1" dirty="0"/>
              <a:t>Sanmoto Ciracas (E-nine)	</a:t>
            </a:r>
            <a:r>
              <a:rPr lang="id-ID" dirty="0"/>
              <a:t>Jl. Raya Ciracas No.19 Kel. Susukan, Kec. Ciracas, Kota Jakarta Timur</a:t>
            </a:r>
          </a:p>
          <a:p>
            <a:pPr marL="171450" indent="-171450" algn="just">
              <a:buFont typeface="Wingdings" panose="05000000000000000000" pitchFamily="2" charset="2"/>
              <a:buChar char="§"/>
            </a:pPr>
            <a:r>
              <a:rPr lang="id-ID" b="1" dirty="0"/>
              <a:t>Sanmoto Citeureup (E-nine)	</a:t>
            </a:r>
            <a:r>
              <a:rPr lang="id-ID" dirty="0"/>
              <a:t>Jl. Raya Mayor Oking No.78, Kp. Parung Jambu, Kec. Citeureup, Kab. Bogor </a:t>
            </a:r>
          </a:p>
          <a:p>
            <a:pPr marL="171450" indent="-171450" algn="just">
              <a:buFont typeface="Wingdings" panose="05000000000000000000" pitchFamily="2" charset="2"/>
              <a:buChar char="§"/>
            </a:pPr>
            <a:r>
              <a:rPr lang="id-ID" b="1" dirty="0"/>
              <a:t>Sanmoto Margonda (Ofero)	</a:t>
            </a:r>
            <a:r>
              <a:rPr lang="id-ID" dirty="0"/>
              <a:t>Jl. Margonda Raya, Kel. Pondok Cina, Kec. Beji, Kota Depok</a:t>
            </a:r>
          </a:p>
          <a:p>
            <a:pPr marL="171450" indent="-171450" algn="just">
              <a:buFont typeface="Wingdings" panose="05000000000000000000" pitchFamily="2" charset="2"/>
              <a:buChar char="§"/>
            </a:pPr>
            <a:r>
              <a:rPr lang="id-ID" b="1" dirty="0"/>
              <a:t>Sanmoto Kota Wisata (Ofero)	</a:t>
            </a:r>
            <a:r>
              <a:rPr lang="en-US" dirty="0"/>
              <a:t>Ruko </a:t>
            </a:r>
            <a:r>
              <a:rPr lang="en-US" dirty="0" err="1"/>
              <a:t>Commpark</a:t>
            </a:r>
            <a:r>
              <a:rPr lang="en-US" dirty="0"/>
              <a:t> </a:t>
            </a:r>
            <a:r>
              <a:rPr lang="id-ID" dirty="0"/>
              <a:t>Jl. </a:t>
            </a:r>
            <a:r>
              <a:rPr lang="en-US" dirty="0"/>
              <a:t>Canadian Broadway </a:t>
            </a:r>
            <a:r>
              <a:rPr lang="en-US" dirty="0" err="1"/>
              <a:t>Blok.E</a:t>
            </a:r>
            <a:r>
              <a:rPr lang="en-US" dirty="0"/>
              <a:t> No.48 &amp; 49</a:t>
            </a:r>
            <a:r>
              <a:rPr lang="id-ID" dirty="0"/>
              <a:t> </a:t>
            </a:r>
            <a:r>
              <a:rPr lang="en-US" dirty="0" err="1"/>
              <a:t>Kel.limus</a:t>
            </a:r>
            <a:r>
              <a:rPr lang="en-US" dirty="0"/>
              <a:t> </a:t>
            </a:r>
            <a:r>
              <a:rPr lang="en-US" dirty="0" err="1"/>
              <a:t>Nunggal</a:t>
            </a:r>
            <a:r>
              <a:rPr lang="en-US" dirty="0"/>
              <a:t> </a:t>
            </a:r>
            <a:r>
              <a:rPr lang="id-ID" dirty="0"/>
              <a:t>Bogor</a:t>
            </a:r>
          </a:p>
        </p:txBody>
      </p:sp>
      <p:pic>
        <p:nvPicPr>
          <p:cNvPr id="5" name="Picture 4">
            <a:extLst>
              <a:ext uri="{FF2B5EF4-FFF2-40B4-BE49-F238E27FC236}">
                <a16:creationId xmlns:a16="http://schemas.microsoft.com/office/drawing/2014/main" id="{9DB29BFB-3314-40F8-B356-317AA226B3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32440"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04768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405E5A24-1789-4EC7-BBDD-0786BA266085}"/>
              </a:ext>
            </a:extLst>
          </p:cNvPr>
          <p:cNvGrpSpPr/>
          <p:nvPr/>
        </p:nvGrpSpPr>
        <p:grpSpPr>
          <a:xfrm>
            <a:off x="3023754" y="3403834"/>
            <a:ext cx="2867454" cy="2214998"/>
            <a:chOff x="3023754" y="3403834"/>
            <a:chExt cx="2867454" cy="2214998"/>
          </a:xfrm>
        </p:grpSpPr>
        <p:sp>
          <p:nvSpPr>
            <p:cNvPr id="34" name="Trapezoid 33"/>
            <p:cNvSpPr/>
            <p:nvPr/>
          </p:nvSpPr>
          <p:spPr>
            <a:xfrm>
              <a:off x="3965894" y="3403834"/>
              <a:ext cx="914400" cy="1739666"/>
            </a:xfrm>
            <a:custGeom>
              <a:avLst/>
              <a:gdLst>
                <a:gd name="connsiteX0" fmla="*/ 0 w 914400"/>
                <a:gd name="connsiteY0" fmla="*/ 1739666 h 1739666"/>
                <a:gd name="connsiteX1" fmla="*/ 260357 w 914400"/>
                <a:gd name="connsiteY1" fmla="*/ 0 h 1739666"/>
                <a:gd name="connsiteX2" fmla="*/ 654043 w 914400"/>
                <a:gd name="connsiteY2" fmla="*/ 0 h 1739666"/>
                <a:gd name="connsiteX3" fmla="*/ 914400 w 914400"/>
                <a:gd name="connsiteY3" fmla="*/ 1739666 h 1739666"/>
                <a:gd name="connsiteX4" fmla="*/ 0 w 914400"/>
                <a:gd name="connsiteY4" fmla="*/ 1739666 h 1739666"/>
                <a:gd name="connsiteX0" fmla="*/ 0 w 914400"/>
                <a:gd name="connsiteY0" fmla="*/ 1739666 h 1739666"/>
                <a:gd name="connsiteX1" fmla="*/ 260357 w 914400"/>
                <a:gd name="connsiteY1" fmla="*/ 0 h 1739666"/>
                <a:gd name="connsiteX2" fmla="*/ 502739 w 914400"/>
                <a:gd name="connsiteY2" fmla="*/ 142448 h 1739666"/>
                <a:gd name="connsiteX3" fmla="*/ 654043 w 914400"/>
                <a:gd name="connsiteY3" fmla="*/ 0 h 1739666"/>
                <a:gd name="connsiteX4" fmla="*/ 914400 w 914400"/>
                <a:gd name="connsiteY4" fmla="*/ 1739666 h 1739666"/>
                <a:gd name="connsiteX5" fmla="*/ 0 w 914400"/>
                <a:gd name="connsiteY5" fmla="*/ 1739666 h 173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 h="1739666">
                  <a:moveTo>
                    <a:pt x="0" y="1739666"/>
                  </a:moveTo>
                  <a:lnTo>
                    <a:pt x="260357" y="0"/>
                  </a:lnTo>
                  <a:cubicBezTo>
                    <a:pt x="311996" y="-225"/>
                    <a:pt x="451100" y="142673"/>
                    <a:pt x="502739" y="142448"/>
                  </a:cubicBezTo>
                  <a:lnTo>
                    <a:pt x="654043" y="0"/>
                  </a:lnTo>
                  <a:lnTo>
                    <a:pt x="914400" y="1739666"/>
                  </a:lnTo>
                  <a:lnTo>
                    <a:pt x="0" y="173966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0" name="Chord 39"/>
            <p:cNvSpPr/>
            <p:nvPr/>
          </p:nvSpPr>
          <p:spPr>
            <a:xfrm>
              <a:off x="3269506" y="4673600"/>
              <a:ext cx="914400" cy="914400"/>
            </a:xfrm>
            <a:prstGeom prst="chord">
              <a:avLst>
                <a:gd name="adj1" fmla="val 10613644"/>
                <a:gd name="adj2" fmla="val 1411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1" name="Chord 40"/>
            <p:cNvSpPr/>
            <p:nvPr/>
          </p:nvSpPr>
          <p:spPr>
            <a:xfrm>
              <a:off x="4321538" y="4501320"/>
              <a:ext cx="1117512" cy="1117512"/>
            </a:xfrm>
            <a:prstGeom prst="chord">
              <a:avLst>
                <a:gd name="adj1" fmla="val 10342302"/>
                <a:gd name="adj2" fmla="val 65584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2" name="Chord 41"/>
            <p:cNvSpPr/>
            <p:nvPr/>
          </p:nvSpPr>
          <p:spPr>
            <a:xfrm>
              <a:off x="3726496" y="4402596"/>
              <a:ext cx="1010970" cy="1010970"/>
            </a:xfrm>
            <a:prstGeom prst="chord">
              <a:avLst>
                <a:gd name="adj1" fmla="val 10613644"/>
                <a:gd name="adj2" fmla="val 1411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3" name="Chord 42"/>
            <p:cNvSpPr/>
            <p:nvPr/>
          </p:nvSpPr>
          <p:spPr>
            <a:xfrm>
              <a:off x="5109845" y="4752818"/>
              <a:ext cx="781363" cy="781363"/>
            </a:xfrm>
            <a:prstGeom prst="chord">
              <a:avLst>
                <a:gd name="adj1" fmla="val 10613644"/>
                <a:gd name="adj2" fmla="val 1411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44" name="Chord 43"/>
            <p:cNvSpPr/>
            <p:nvPr/>
          </p:nvSpPr>
          <p:spPr>
            <a:xfrm>
              <a:off x="3023754" y="4873433"/>
              <a:ext cx="540133" cy="540133"/>
            </a:xfrm>
            <a:prstGeom prst="chord">
              <a:avLst>
                <a:gd name="adj1" fmla="val 10613644"/>
                <a:gd name="adj2" fmla="val 14119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sp>
        <p:nvSpPr>
          <p:cNvPr id="2" name="Text Placeholder 1"/>
          <p:cNvSpPr>
            <a:spLocks noGrp="1"/>
          </p:cNvSpPr>
          <p:nvPr>
            <p:ph type="body" sz="quarter" idx="10"/>
          </p:nvPr>
        </p:nvSpPr>
        <p:spPr/>
        <p:txBody>
          <a:bodyPr/>
          <a:lstStyle/>
          <a:p>
            <a:r>
              <a:rPr lang="id-ID" altLang="ko-KR" dirty="0">
                <a:latin typeface="Adobe Gothic Std B" panose="020B0800000000000000" pitchFamily="34" charset="-128"/>
                <a:ea typeface="Adobe Gothic Std B" panose="020B0800000000000000" pitchFamily="34" charset="-128"/>
              </a:rPr>
              <a:t>Visi &amp; Misi Milaphone</a:t>
            </a:r>
            <a:endParaRPr lang="ko-KR" altLang="en-US" dirty="0">
              <a:latin typeface="Adobe Gothic Std B" panose="020B0800000000000000" pitchFamily="34" charset="-128"/>
              <a:ea typeface="Adobe Gothic Std B" panose="020B0800000000000000" pitchFamily="34" charset="-128"/>
            </a:endParaRPr>
          </a:p>
        </p:txBody>
      </p:sp>
      <p:grpSp>
        <p:nvGrpSpPr>
          <p:cNvPr id="35" name="Group 34"/>
          <p:cNvGrpSpPr/>
          <p:nvPr/>
        </p:nvGrpSpPr>
        <p:grpSpPr>
          <a:xfrm>
            <a:off x="3779988" y="1298141"/>
            <a:ext cx="1304431" cy="2461875"/>
            <a:chOff x="3779988" y="1298141"/>
            <a:chExt cx="1304431" cy="2461875"/>
          </a:xfrm>
        </p:grpSpPr>
        <p:sp>
          <p:nvSpPr>
            <p:cNvPr id="36" name="Freeform 35"/>
            <p:cNvSpPr/>
            <p:nvPr/>
          </p:nvSpPr>
          <p:spPr>
            <a:xfrm>
              <a:off x="4333425" y="1298141"/>
              <a:ext cx="200205" cy="1710412"/>
            </a:xfrm>
            <a:custGeom>
              <a:avLst/>
              <a:gdLst>
                <a:gd name="connsiteX0" fmla="*/ 86265 w 181155"/>
                <a:gd name="connsiteY0" fmla="*/ 0 h 1708031"/>
                <a:gd name="connsiteX1" fmla="*/ 0 w 181155"/>
                <a:gd name="connsiteY1" fmla="*/ 1682151 h 1708031"/>
                <a:gd name="connsiteX2" fmla="*/ 181155 w 181155"/>
                <a:gd name="connsiteY2" fmla="*/ 1708031 h 1708031"/>
                <a:gd name="connsiteX3" fmla="*/ 86265 w 181155"/>
                <a:gd name="connsiteY3" fmla="*/ 0 h 1708031"/>
                <a:gd name="connsiteX0" fmla="*/ 86265 w 181155"/>
                <a:gd name="connsiteY0" fmla="*/ 0 h 1708031"/>
                <a:gd name="connsiteX1" fmla="*/ 0 w 181155"/>
                <a:gd name="connsiteY1" fmla="*/ 1682151 h 1708031"/>
                <a:gd name="connsiteX2" fmla="*/ 181155 w 181155"/>
                <a:gd name="connsiteY2" fmla="*/ 1708031 h 1708031"/>
                <a:gd name="connsiteX3" fmla="*/ 100462 w 181155"/>
                <a:gd name="connsiteY3" fmla="*/ 4405 h 1708031"/>
                <a:gd name="connsiteX4" fmla="*/ 86265 w 181155"/>
                <a:gd name="connsiteY4" fmla="*/ 0 h 1708031"/>
                <a:gd name="connsiteX0" fmla="*/ 76740 w 181155"/>
                <a:gd name="connsiteY0" fmla="*/ 5120 h 1703626"/>
                <a:gd name="connsiteX1" fmla="*/ 0 w 181155"/>
                <a:gd name="connsiteY1" fmla="*/ 1677746 h 1703626"/>
                <a:gd name="connsiteX2" fmla="*/ 181155 w 181155"/>
                <a:gd name="connsiteY2" fmla="*/ 1703626 h 1703626"/>
                <a:gd name="connsiteX3" fmla="*/ 100462 w 181155"/>
                <a:gd name="connsiteY3" fmla="*/ 0 h 1703626"/>
                <a:gd name="connsiteX4" fmla="*/ 76740 w 181155"/>
                <a:gd name="connsiteY4" fmla="*/ 5120 h 1703626"/>
                <a:gd name="connsiteX0" fmla="*/ 76740 w 181155"/>
                <a:gd name="connsiteY0" fmla="*/ 0 h 1698506"/>
                <a:gd name="connsiteX1" fmla="*/ 0 w 181155"/>
                <a:gd name="connsiteY1" fmla="*/ 1672626 h 1698506"/>
                <a:gd name="connsiteX2" fmla="*/ 181155 w 181155"/>
                <a:gd name="connsiteY2" fmla="*/ 1698506 h 1698506"/>
                <a:gd name="connsiteX3" fmla="*/ 93318 w 181155"/>
                <a:gd name="connsiteY3" fmla="*/ 6786 h 1698506"/>
                <a:gd name="connsiteX4" fmla="*/ 76740 w 181155"/>
                <a:gd name="connsiteY4" fmla="*/ 0 h 1698506"/>
                <a:gd name="connsiteX0" fmla="*/ 79122 w 181155"/>
                <a:gd name="connsiteY0" fmla="*/ 5120 h 1691720"/>
                <a:gd name="connsiteX1" fmla="*/ 0 w 181155"/>
                <a:gd name="connsiteY1" fmla="*/ 1665840 h 1691720"/>
                <a:gd name="connsiteX2" fmla="*/ 181155 w 181155"/>
                <a:gd name="connsiteY2" fmla="*/ 1691720 h 1691720"/>
                <a:gd name="connsiteX3" fmla="*/ 93318 w 181155"/>
                <a:gd name="connsiteY3" fmla="*/ 0 h 1691720"/>
                <a:gd name="connsiteX4" fmla="*/ 79122 w 181155"/>
                <a:gd name="connsiteY4" fmla="*/ 5120 h 1691720"/>
                <a:gd name="connsiteX0" fmla="*/ 79122 w 181155"/>
                <a:gd name="connsiteY0" fmla="*/ 0 h 1686600"/>
                <a:gd name="connsiteX1" fmla="*/ 0 w 181155"/>
                <a:gd name="connsiteY1" fmla="*/ 1660720 h 1686600"/>
                <a:gd name="connsiteX2" fmla="*/ 181155 w 181155"/>
                <a:gd name="connsiteY2" fmla="*/ 1686600 h 1686600"/>
                <a:gd name="connsiteX3" fmla="*/ 93318 w 181155"/>
                <a:gd name="connsiteY3" fmla="*/ 4405 h 1686600"/>
                <a:gd name="connsiteX4" fmla="*/ 79122 w 181155"/>
                <a:gd name="connsiteY4" fmla="*/ 0 h 1686600"/>
                <a:gd name="connsiteX0" fmla="*/ 93410 w 195443"/>
                <a:gd name="connsiteY0" fmla="*/ 0 h 1708345"/>
                <a:gd name="connsiteX1" fmla="*/ 0 w 195443"/>
                <a:gd name="connsiteY1" fmla="*/ 1708345 h 1708345"/>
                <a:gd name="connsiteX2" fmla="*/ 195443 w 195443"/>
                <a:gd name="connsiteY2" fmla="*/ 1686600 h 1708345"/>
                <a:gd name="connsiteX3" fmla="*/ 107606 w 195443"/>
                <a:gd name="connsiteY3" fmla="*/ 4405 h 1708345"/>
                <a:gd name="connsiteX4" fmla="*/ 93410 w 195443"/>
                <a:gd name="connsiteY4" fmla="*/ 0 h 1708345"/>
                <a:gd name="connsiteX0" fmla="*/ 93410 w 200205"/>
                <a:gd name="connsiteY0" fmla="*/ 0 h 1710412"/>
                <a:gd name="connsiteX1" fmla="*/ 0 w 200205"/>
                <a:gd name="connsiteY1" fmla="*/ 1708345 h 1710412"/>
                <a:gd name="connsiteX2" fmla="*/ 200205 w 200205"/>
                <a:gd name="connsiteY2" fmla="*/ 1710412 h 1710412"/>
                <a:gd name="connsiteX3" fmla="*/ 107606 w 200205"/>
                <a:gd name="connsiteY3" fmla="*/ 4405 h 1710412"/>
                <a:gd name="connsiteX4" fmla="*/ 93410 w 200205"/>
                <a:gd name="connsiteY4" fmla="*/ 0 h 171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0205" h="1710412">
                  <a:moveTo>
                    <a:pt x="93410" y="0"/>
                  </a:moveTo>
                  <a:lnTo>
                    <a:pt x="0" y="1708345"/>
                  </a:lnTo>
                  <a:lnTo>
                    <a:pt x="200205" y="1710412"/>
                  </a:lnTo>
                  <a:cubicBezTo>
                    <a:pt x="171720" y="1183812"/>
                    <a:pt x="136091" y="531005"/>
                    <a:pt x="107606" y="4405"/>
                  </a:cubicBezTo>
                  <a:lnTo>
                    <a:pt x="9341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7" name="Freeform 36"/>
            <p:cNvSpPr/>
            <p:nvPr/>
          </p:nvSpPr>
          <p:spPr>
            <a:xfrm flipH="1">
              <a:off x="4441313" y="1380365"/>
              <a:ext cx="643106" cy="1707892"/>
            </a:xfrm>
            <a:custGeom>
              <a:avLst/>
              <a:gdLst>
                <a:gd name="connsiteX0" fmla="*/ 621102 w 621102"/>
                <a:gd name="connsiteY0" fmla="*/ 0 h 1690778"/>
                <a:gd name="connsiteX1" fmla="*/ 0 w 621102"/>
                <a:gd name="connsiteY1" fmla="*/ 1690778 h 1690778"/>
                <a:gd name="connsiteX2" fmla="*/ 560717 w 621102"/>
                <a:gd name="connsiteY2" fmla="*/ 1492370 h 1690778"/>
                <a:gd name="connsiteX3" fmla="*/ 621102 w 621102"/>
                <a:gd name="connsiteY3" fmla="*/ 0 h 1690778"/>
                <a:gd name="connsiteX0" fmla="*/ 643106 w 643106"/>
                <a:gd name="connsiteY0" fmla="*/ 0 h 1707892"/>
                <a:gd name="connsiteX1" fmla="*/ 0 w 643106"/>
                <a:gd name="connsiteY1" fmla="*/ 1707892 h 1707892"/>
                <a:gd name="connsiteX2" fmla="*/ 560717 w 643106"/>
                <a:gd name="connsiteY2" fmla="*/ 1509484 h 1707892"/>
                <a:gd name="connsiteX3" fmla="*/ 643106 w 643106"/>
                <a:gd name="connsiteY3" fmla="*/ 0 h 1707892"/>
              </a:gdLst>
              <a:ahLst/>
              <a:cxnLst>
                <a:cxn ang="0">
                  <a:pos x="connsiteX0" y="connsiteY0"/>
                </a:cxn>
                <a:cxn ang="0">
                  <a:pos x="connsiteX1" y="connsiteY1"/>
                </a:cxn>
                <a:cxn ang="0">
                  <a:pos x="connsiteX2" y="connsiteY2"/>
                </a:cxn>
                <a:cxn ang="0">
                  <a:pos x="connsiteX3" y="connsiteY3"/>
                </a:cxn>
              </a:cxnLst>
              <a:rect l="l" t="t" r="r" b="b"/>
              <a:pathLst>
                <a:path w="643106" h="1707892">
                  <a:moveTo>
                    <a:pt x="643106" y="0"/>
                  </a:moveTo>
                  <a:lnTo>
                    <a:pt x="0" y="1707892"/>
                  </a:lnTo>
                  <a:lnTo>
                    <a:pt x="560717" y="1509484"/>
                  </a:lnTo>
                  <a:lnTo>
                    <a:pt x="64310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8" name="Freeform 37"/>
            <p:cNvSpPr/>
            <p:nvPr/>
          </p:nvSpPr>
          <p:spPr>
            <a:xfrm>
              <a:off x="3779988" y="1380365"/>
              <a:ext cx="643106" cy="1707892"/>
            </a:xfrm>
            <a:custGeom>
              <a:avLst/>
              <a:gdLst>
                <a:gd name="connsiteX0" fmla="*/ 621102 w 621102"/>
                <a:gd name="connsiteY0" fmla="*/ 0 h 1690778"/>
                <a:gd name="connsiteX1" fmla="*/ 0 w 621102"/>
                <a:gd name="connsiteY1" fmla="*/ 1690778 h 1690778"/>
                <a:gd name="connsiteX2" fmla="*/ 560717 w 621102"/>
                <a:gd name="connsiteY2" fmla="*/ 1492370 h 1690778"/>
                <a:gd name="connsiteX3" fmla="*/ 621102 w 621102"/>
                <a:gd name="connsiteY3" fmla="*/ 0 h 1690778"/>
                <a:gd name="connsiteX0" fmla="*/ 643106 w 643106"/>
                <a:gd name="connsiteY0" fmla="*/ 0 h 1707892"/>
                <a:gd name="connsiteX1" fmla="*/ 0 w 643106"/>
                <a:gd name="connsiteY1" fmla="*/ 1707892 h 1707892"/>
                <a:gd name="connsiteX2" fmla="*/ 560717 w 643106"/>
                <a:gd name="connsiteY2" fmla="*/ 1509484 h 1707892"/>
                <a:gd name="connsiteX3" fmla="*/ 643106 w 643106"/>
                <a:gd name="connsiteY3" fmla="*/ 0 h 1707892"/>
              </a:gdLst>
              <a:ahLst/>
              <a:cxnLst>
                <a:cxn ang="0">
                  <a:pos x="connsiteX0" y="connsiteY0"/>
                </a:cxn>
                <a:cxn ang="0">
                  <a:pos x="connsiteX1" y="connsiteY1"/>
                </a:cxn>
                <a:cxn ang="0">
                  <a:pos x="connsiteX2" y="connsiteY2"/>
                </a:cxn>
                <a:cxn ang="0">
                  <a:pos x="connsiteX3" y="connsiteY3"/>
                </a:cxn>
              </a:cxnLst>
              <a:rect l="l" t="t" r="r" b="b"/>
              <a:pathLst>
                <a:path w="643106" h="1707892">
                  <a:moveTo>
                    <a:pt x="643106" y="0"/>
                  </a:moveTo>
                  <a:lnTo>
                    <a:pt x="0" y="1707892"/>
                  </a:lnTo>
                  <a:lnTo>
                    <a:pt x="560717" y="1509484"/>
                  </a:lnTo>
                  <a:lnTo>
                    <a:pt x="64310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9" name="Freeform 38"/>
            <p:cNvSpPr/>
            <p:nvPr/>
          </p:nvSpPr>
          <p:spPr>
            <a:xfrm>
              <a:off x="3810452" y="3008553"/>
              <a:ext cx="1186798" cy="751463"/>
            </a:xfrm>
            <a:custGeom>
              <a:avLst/>
              <a:gdLst/>
              <a:ahLst/>
              <a:cxnLst/>
              <a:rect l="l" t="t" r="r" b="b"/>
              <a:pathLst>
                <a:path w="1186798" h="751463">
                  <a:moveTo>
                    <a:pt x="571900" y="18996"/>
                  </a:moveTo>
                  <a:cubicBezTo>
                    <a:pt x="463937" y="77983"/>
                    <a:pt x="428075" y="330281"/>
                    <a:pt x="651355" y="487491"/>
                  </a:cubicBezTo>
                  <a:cubicBezTo>
                    <a:pt x="595490" y="341069"/>
                    <a:pt x="632624" y="268838"/>
                    <a:pt x="668711" y="195562"/>
                  </a:cubicBezTo>
                  <a:cubicBezTo>
                    <a:pt x="669313" y="232813"/>
                    <a:pt x="631252" y="312906"/>
                    <a:pt x="724853" y="359561"/>
                  </a:cubicBezTo>
                  <a:cubicBezTo>
                    <a:pt x="681048" y="219220"/>
                    <a:pt x="866081" y="175012"/>
                    <a:pt x="671806" y="20041"/>
                  </a:cubicBezTo>
                  <a:cubicBezTo>
                    <a:pt x="952810" y="60640"/>
                    <a:pt x="870180" y="203640"/>
                    <a:pt x="936973" y="347687"/>
                  </a:cubicBezTo>
                  <a:cubicBezTo>
                    <a:pt x="888101" y="356187"/>
                    <a:pt x="817286" y="225711"/>
                    <a:pt x="833200" y="287502"/>
                  </a:cubicBezTo>
                  <a:cubicBezTo>
                    <a:pt x="916717" y="531671"/>
                    <a:pt x="666903" y="538643"/>
                    <a:pt x="746240" y="751463"/>
                  </a:cubicBezTo>
                  <a:cubicBezTo>
                    <a:pt x="499659" y="737527"/>
                    <a:pt x="571782" y="508334"/>
                    <a:pt x="455818" y="452601"/>
                  </a:cubicBezTo>
                  <a:cubicBezTo>
                    <a:pt x="424343" y="446974"/>
                    <a:pt x="386598" y="472693"/>
                    <a:pt x="456483" y="587233"/>
                  </a:cubicBezTo>
                  <a:cubicBezTo>
                    <a:pt x="49466" y="283924"/>
                    <a:pt x="335238" y="35996"/>
                    <a:pt x="571900" y="18996"/>
                  </a:cubicBezTo>
                  <a:close/>
                  <a:moveTo>
                    <a:pt x="1179221" y="0"/>
                  </a:moveTo>
                  <a:lnTo>
                    <a:pt x="1186798" y="0"/>
                  </a:lnTo>
                  <a:lnTo>
                    <a:pt x="1186190" y="4819"/>
                  </a:lnTo>
                  <a:close/>
                  <a:moveTo>
                    <a:pt x="0" y="0"/>
                  </a:moveTo>
                  <a:lnTo>
                    <a:pt x="29871" y="0"/>
                  </a:lnTo>
                  <a:lnTo>
                    <a:pt x="2400" y="18996"/>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7" name="TextBox 46"/>
          <p:cNvSpPr txBox="1"/>
          <p:nvPr/>
        </p:nvSpPr>
        <p:spPr>
          <a:xfrm>
            <a:off x="1403648" y="1116201"/>
            <a:ext cx="2520279" cy="369332"/>
          </a:xfrm>
          <a:prstGeom prst="rect">
            <a:avLst/>
          </a:prstGeom>
          <a:noFill/>
        </p:spPr>
        <p:txBody>
          <a:bodyPr wrap="square" rtlCol="0" anchor="ctr">
            <a:spAutoFit/>
          </a:bodyPr>
          <a:lstStyle/>
          <a:p>
            <a:r>
              <a:rPr lang="id-ID" altLang="ko-KR" b="1" dirty="0">
                <a:solidFill>
                  <a:schemeClr val="bg1"/>
                </a:solidFill>
                <a:cs typeface="Arial" pitchFamily="34" charset="0"/>
              </a:rPr>
              <a:t>VISI</a:t>
            </a:r>
            <a:endParaRPr lang="ko-KR" altLang="en-US" b="1" dirty="0">
              <a:solidFill>
                <a:schemeClr val="bg1"/>
              </a:solidFill>
              <a:cs typeface="Arial" pitchFamily="34" charset="0"/>
            </a:endParaRPr>
          </a:p>
        </p:txBody>
      </p:sp>
      <p:sp>
        <p:nvSpPr>
          <p:cNvPr id="63" name="TextBox 62"/>
          <p:cNvSpPr txBox="1"/>
          <p:nvPr/>
        </p:nvSpPr>
        <p:spPr>
          <a:xfrm>
            <a:off x="179513" y="1833666"/>
            <a:ext cx="3630940" cy="830997"/>
          </a:xfrm>
          <a:prstGeom prst="rect">
            <a:avLst/>
          </a:prstGeom>
          <a:noFill/>
        </p:spPr>
        <p:txBody>
          <a:bodyPr wrap="square" rtlCol="0" anchor="ctr">
            <a:spAutoFit/>
          </a:bodyPr>
          <a:lstStyle/>
          <a:p>
            <a:pPr algn="just"/>
            <a:r>
              <a:rPr lang="id-ID" sz="1600" dirty="0">
                <a:solidFill>
                  <a:schemeClr val="bg1"/>
                </a:solidFill>
              </a:rPr>
              <a:t>M</a:t>
            </a:r>
            <a:r>
              <a:rPr lang="en-ID" sz="1600" dirty="0" err="1">
                <a:solidFill>
                  <a:schemeClr val="bg1"/>
                </a:solidFill>
              </a:rPr>
              <a:t>engedepankan</a:t>
            </a:r>
            <a:r>
              <a:rPr lang="en-ID" sz="1600" dirty="0">
                <a:solidFill>
                  <a:schemeClr val="bg1"/>
                </a:solidFill>
              </a:rPr>
              <a:t> </a:t>
            </a:r>
            <a:r>
              <a:rPr lang="en-ID" sz="1600" dirty="0" err="1">
                <a:solidFill>
                  <a:schemeClr val="bg1"/>
                </a:solidFill>
              </a:rPr>
              <a:t>pelayanan</a:t>
            </a:r>
            <a:r>
              <a:rPr lang="en-ID" sz="1600" dirty="0">
                <a:solidFill>
                  <a:schemeClr val="bg1"/>
                </a:solidFill>
              </a:rPr>
              <a:t> yang </a:t>
            </a:r>
            <a:r>
              <a:rPr lang="en-ID" sz="1600" dirty="0" err="1">
                <a:solidFill>
                  <a:schemeClr val="bg1"/>
                </a:solidFill>
              </a:rPr>
              <a:t>baik</a:t>
            </a:r>
            <a:r>
              <a:rPr lang="en-ID" sz="1600" dirty="0">
                <a:solidFill>
                  <a:schemeClr val="bg1"/>
                </a:solidFill>
              </a:rPr>
              <a:t> </a:t>
            </a:r>
            <a:r>
              <a:rPr lang="en-ID" sz="1600" dirty="0" err="1">
                <a:solidFill>
                  <a:schemeClr val="bg1"/>
                </a:solidFill>
              </a:rPr>
              <a:t>dari</a:t>
            </a:r>
            <a:r>
              <a:rPr lang="en-ID" sz="1600" dirty="0">
                <a:solidFill>
                  <a:schemeClr val="bg1"/>
                </a:solidFill>
              </a:rPr>
              <a:t> </a:t>
            </a:r>
            <a:r>
              <a:rPr lang="en-ID" sz="1600" dirty="0" err="1">
                <a:solidFill>
                  <a:schemeClr val="bg1"/>
                </a:solidFill>
              </a:rPr>
              <a:t>Sumber</a:t>
            </a:r>
            <a:r>
              <a:rPr lang="en-ID" sz="1600" dirty="0">
                <a:solidFill>
                  <a:schemeClr val="bg1"/>
                </a:solidFill>
              </a:rPr>
              <a:t> Daya </a:t>
            </a:r>
            <a:r>
              <a:rPr lang="en-ID" sz="1600" dirty="0" err="1">
                <a:solidFill>
                  <a:schemeClr val="bg1"/>
                </a:solidFill>
              </a:rPr>
              <a:t>manusia</a:t>
            </a:r>
            <a:r>
              <a:rPr lang="en-ID" sz="1600" dirty="0">
                <a:solidFill>
                  <a:schemeClr val="bg1"/>
                </a:solidFill>
              </a:rPr>
              <a:t> (SDM) y</a:t>
            </a:r>
            <a:r>
              <a:rPr lang="id-ID" sz="1600" dirty="0">
                <a:solidFill>
                  <a:schemeClr val="bg1"/>
                </a:solidFill>
              </a:rPr>
              <a:t>g</a:t>
            </a:r>
            <a:r>
              <a:rPr lang="en-ID" sz="1600" dirty="0">
                <a:solidFill>
                  <a:schemeClr val="bg1"/>
                </a:solidFill>
              </a:rPr>
              <a:t> </a:t>
            </a:r>
            <a:r>
              <a:rPr lang="en-ID" sz="1600" dirty="0" err="1">
                <a:solidFill>
                  <a:schemeClr val="bg1"/>
                </a:solidFill>
              </a:rPr>
              <a:t>berkualitas</a:t>
            </a:r>
            <a:r>
              <a:rPr lang="en-ID" sz="1600" dirty="0">
                <a:solidFill>
                  <a:schemeClr val="bg1"/>
                </a:solidFill>
              </a:rPr>
              <a:t> dan </a:t>
            </a:r>
            <a:r>
              <a:rPr lang="en-ID" sz="1600" dirty="0" err="1">
                <a:solidFill>
                  <a:schemeClr val="bg1"/>
                </a:solidFill>
              </a:rPr>
              <a:t>sejahtera</a:t>
            </a:r>
            <a:endParaRPr lang="id-ID" sz="1600" dirty="0">
              <a:solidFill>
                <a:schemeClr val="bg1"/>
              </a:solidFill>
            </a:endParaRPr>
          </a:p>
        </p:txBody>
      </p:sp>
      <p:grpSp>
        <p:nvGrpSpPr>
          <p:cNvPr id="67" name="Group 66"/>
          <p:cNvGrpSpPr/>
          <p:nvPr/>
        </p:nvGrpSpPr>
        <p:grpSpPr>
          <a:xfrm>
            <a:off x="5109845" y="1131590"/>
            <a:ext cx="3638619" cy="1779295"/>
            <a:chOff x="5292080" y="753818"/>
            <a:chExt cx="3381422" cy="1779295"/>
          </a:xfrm>
        </p:grpSpPr>
        <p:sp>
          <p:nvSpPr>
            <p:cNvPr id="65" name="TextBox 64"/>
            <p:cNvSpPr txBox="1"/>
            <p:nvPr/>
          </p:nvSpPr>
          <p:spPr>
            <a:xfrm>
              <a:off x="5292080" y="1209674"/>
              <a:ext cx="3381422" cy="1323439"/>
            </a:xfrm>
            <a:prstGeom prst="rect">
              <a:avLst/>
            </a:prstGeom>
            <a:noFill/>
          </p:spPr>
          <p:txBody>
            <a:bodyPr wrap="square" rtlCol="0" anchor="ctr">
              <a:spAutoFit/>
            </a:bodyPr>
            <a:lstStyle/>
            <a:p>
              <a:pPr algn="just"/>
              <a:r>
                <a:rPr lang="en-ID" sz="1600" dirty="0" err="1">
                  <a:solidFill>
                    <a:schemeClr val="bg1"/>
                  </a:solidFill>
                </a:rPr>
                <a:t>Menjadikan</a:t>
              </a:r>
              <a:r>
                <a:rPr lang="en-ID" sz="1600" dirty="0">
                  <a:solidFill>
                    <a:schemeClr val="bg1"/>
                  </a:solidFill>
                </a:rPr>
                <a:t> Perusahaan yang </a:t>
              </a:r>
              <a:r>
                <a:rPr lang="en-ID" sz="1600" dirty="0" err="1">
                  <a:solidFill>
                    <a:schemeClr val="bg1"/>
                  </a:solidFill>
                </a:rPr>
                <a:t>berjangka</a:t>
              </a:r>
              <a:r>
                <a:rPr lang="en-ID" sz="1600" dirty="0">
                  <a:solidFill>
                    <a:schemeClr val="bg1"/>
                  </a:solidFill>
                </a:rPr>
                <a:t> </a:t>
              </a:r>
              <a:r>
                <a:rPr lang="en-ID" sz="1600" dirty="0" err="1">
                  <a:solidFill>
                    <a:schemeClr val="bg1"/>
                  </a:solidFill>
                </a:rPr>
                <a:t>panjang</a:t>
              </a:r>
              <a:r>
                <a:rPr lang="en-ID" sz="1600" dirty="0">
                  <a:solidFill>
                    <a:schemeClr val="bg1"/>
                  </a:solidFill>
                </a:rPr>
                <a:t> </a:t>
              </a:r>
              <a:r>
                <a:rPr lang="en-ID" sz="1600" dirty="0" err="1">
                  <a:solidFill>
                    <a:schemeClr val="bg1"/>
                  </a:solidFill>
                </a:rPr>
                <a:t>serta</a:t>
              </a:r>
              <a:r>
                <a:rPr lang="en-ID" sz="1600" dirty="0">
                  <a:solidFill>
                    <a:schemeClr val="bg1"/>
                  </a:solidFill>
                </a:rPr>
                <a:t> </a:t>
              </a:r>
              <a:r>
                <a:rPr lang="en-ID" sz="1600" dirty="0" err="1">
                  <a:solidFill>
                    <a:schemeClr val="bg1"/>
                  </a:solidFill>
                </a:rPr>
                <a:t>membantu</a:t>
              </a:r>
              <a:r>
                <a:rPr lang="en-ID" sz="1600" dirty="0">
                  <a:solidFill>
                    <a:schemeClr val="bg1"/>
                  </a:solidFill>
                </a:rPr>
                <a:t> dan </a:t>
              </a:r>
              <a:r>
                <a:rPr lang="en-ID" sz="1600" dirty="0" err="1">
                  <a:solidFill>
                    <a:schemeClr val="bg1"/>
                  </a:solidFill>
                </a:rPr>
                <a:t>mempermudah</a:t>
              </a:r>
              <a:r>
                <a:rPr lang="en-ID" sz="1600" dirty="0">
                  <a:solidFill>
                    <a:schemeClr val="bg1"/>
                  </a:solidFill>
                </a:rPr>
                <a:t> </a:t>
              </a:r>
              <a:r>
                <a:rPr lang="en-ID" sz="1600" dirty="0" err="1">
                  <a:solidFill>
                    <a:schemeClr val="bg1"/>
                  </a:solidFill>
                </a:rPr>
                <a:t>pelaku</a:t>
              </a:r>
              <a:r>
                <a:rPr lang="en-ID" sz="1600" dirty="0">
                  <a:solidFill>
                    <a:schemeClr val="bg1"/>
                  </a:solidFill>
                </a:rPr>
                <a:t> pasar (User) </a:t>
              </a:r>
              <a:r>
                <a:rPr lang="en-ID" sz="1600" dirty="0" err="1">
                  <a:solidFill>
                    <a:schemeClr val="bg1"/>
                  </a:solidFill>
                </a:rPr>
                <a:t>memiliki</a:t>
              </a:r>
              <a:r>
                <a:rPr lang="en-ID" sz="1600" dirty="0">
                  <a:solidFill>
                    <a:schemeClr val="bg1"/>
                  </a:solidFill>
                </a:rPr>
                <a:t> </a:t>
              </a:r>
              <a:r>
                <a:rPr lang="id-ID" sz="1600" dirty="0">
                  <a:solidFill>
                    <a:schemeClr val="bg1"/>
                  </a:solidFill>
                </a:rPr>
                <a:t>Produck sesuai dengan kebutuhan</a:t>
              </a:r>
            </a:p>
          </p:txBody>
        </p:sp>
        <p:sp>
          <p:nvSpPr>
            <p:cNvPr id="66" name="TextBox 65"/>
            <p:cNvSpPr txBox="1"/>
            <p:nvPr/>
          </p:nvSpPr>
          <p:spPr>
            <a:xfrm>
              <a:off x="5940152" y="753818"/>
              <a:ext cx="1293190" cy="369332"/>
            </a:xfrm>
            <a:prstGeom prst="rect">
              <a:avLst/>
            </a:prstGeom>
            <a:noFill/>
          </p:spPr>
          <p:txBody>
            <a:bodyPr wrap="square" rtlCol="0" anchor="ctr">
              <a:spAutoFit/>
            </a:bodyPr>
            <a:lstStyle/>
            <a:p>
              <a:pPr algn="r"/>
              <a:r>
                <a:rPr lang="id-ID" altLang="ko-KR" b="1" dirty="0">
                  <a:solidFill>
                    <a:schemeClr val="bg1"/>
                  </a:solidFill>
                  <a:cs typeface="Arial" pitchFamily="34" charset="0"/>
                </a:rPr>
                <a:t>MISI</a:t>
              </a:r>
              <a:endParaRPr lang="ko-KR" altLang="en-US" b="1" dirty="0">
                <a:solidFill>
                  <a:schemeClr val="bg1"/>
                </a:solidFill>
                <a:cs typeface="Arial" pitchFamily="34" charset="0"/>
              </a:endParaRPr>
            </a:p>
          </p:txBody>
        </p:sp>
      </p:grpSp>
      <p:pic>
        <p:nvPicPr>
          <p:cNvPr id="20" name="Picture 19">
            <a:extLst>
              <a:ext uri="{FF2B5EF4-FFF2-40B4-BE49-F238E27FC236}">
                <a16:creationId xmlns:a16="http://schemas.microsoft.com/office/drawing/2014/main" id="{5541AF76-E63A-4510-906B-B8437D400B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532440"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958711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611560" y="-20538"/>
            <a:ext cx="8388424" cy="576064"/>
          </a:xfrm>
        </p:spPr>
        <p:txBody>
          <a:bodyPr/>
          <a:lstStyle/>
          <a:p>
            <a:r>
              <a:rPr lang="id-ID" altLang="ko-KR" sz="2400" dirty="0">
                <a:latin typeface="Adobe Gothic Std B" panose="020B0800000000000000" pitchFamily="34" charset="-128"/>
                <a:ea typeface="Adobe Gothic Std B" panose="020B0800000000000000" pitchFamily="34" charset="-128"/>
              </a:rPr>
              <a:t>Struktur Organisasi</a:t>
            </a:r>
            <a:endParaRPr lang="ko-KR" altLang="en-US" sz="2400" dirty="0">
              <a:latin typeface="Adobe Gothic Std B" panose="020B0800000000000000" pitchFamily="34" charset="-128"/>
              <a:ea typeface="Adobe Gothic Std B" panose="020B0800000000000000" pitchFamily="34" charset="-128"/>
            </a:endParaRPr>
          </a:p>
        </p:txBody>
      </p:sp>
      <p:sp>
        <p:nvSpPr>
          <p:cNvPr id="29" name="Rounded Rectangle 48">
            <a:extLst>
              <a:ext uri="{FF2B5EF4-FFF2-40B4-BE49-F238E27FC236}">
                <a16:creationId xmlns:a16="http://schemas.microsoft.com/office/drawing/2014/main" id="{D9495CAB-F1F5-4374-94E5-041F5773FF16}"/>
              </a:ext>
            </a:extLst>
          </p:cNvPr>
          <p:cNvSpPr/>
          <p:nvPr/>
        </p:nvSpPr>
        <p:spPr bwMode="gray">
          <a:xfrm>
            <a:off x="3656711" y="402174"/>
            <a:ext cx="1800200" cy="576064"/>
          </a:xfrm>
          <a:prstGeom prst="roundRect">
            <a:avLst/>
          </a:prstGeom>
          <a:solidFill>
            <a:srgbClr val="92D050"/>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400" b="1" dirty="0">
                <a:effectLst>
                  <a:outerShdw blurRad="38100" dist="38100" dir="2700000" algn="tl">
                    <a:srgbClr val="000000">
                      <a:alpha val="43137"/>
                    </a:srgbClr>
                  </a:outerShdw>
                </a:effectLst>
                <a:cs typeface="Arial" pitchFamily="34" charset="0"/>
              </a:rPr>
              <a:t>Direktur</a:t>
            </a:r>
          </a:p>
          <a:p>
            <a:pPr algn="ctr"/>
            <a:r>
              <a:rPr lang="id-ID" sz="1400" b="1" dirty="0">
                <a:effectLst>
                  <a:outerShdw blurRad="38100" dist="38100" dir="2700000" algn="tl">
                    <a:srgbClr val="000000">
                      <a:alpha val="43137"/>
                    </a:srgbClr>
                  </a:outerShdw>
                </a:effectLst>
                <a:cs typeface="Arial" pitchFamily="34" charset="0"/>
              </a:rPr>
              <a:t>Ahmad Kamaludin</a:t>
            </a:r>
            <a:endParaRPr lang="en-US" sz="1400" b="1" dirty="0">
              <a:effectLst>
                <a:outerShdw blurRad="38100" dist="38100" dir="2700000" algn="tl">
                  <a:srgbClr val="000000">
                    <a:alpha val="43137"/>
                  </a:srgbClr>
                </a:outerShdw>
              </a:effectLst>
              <a:cs typeface="Arial" pitchFamily="34" charset="0"/>
            </a:endParaRPr>
          </a:p>
        </p:txBody>
      </p:sp>
      <p:sp>
        <p:nvSpPr>
          <p:cNvPr id="32" name="Rounded Rectangle 49">
            <a:extLst>
              <a:ext uri="{FF2B5EF4-FFF2-40B4-BE49-F238E27FC236}">
                <a16:creationId xmlns:a16="http://schemas.microsoft.com/office/drawing/2014/main" id="{9C829E57-A339-4E00-8B81-6606C566E232}"/>
              </a:ext>
            </a:extLst>
          </p:cNvPr>
          <p:cNvSpPr/>
          <p:nvPr/>
        </p:nvSpPr>
        <p:spPr bwMode="gray">
          <a:xfrm>
            <a:off x="6947645" y="1271195"/>
            <a:ext cx="1423013" cy="341523"/>
          </a:xfrm>
          <a:prstGeom prst="round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400" b="1" dirty="0">
                <a:effectLst>
                  <a:outerShdw blurRad="38100" dist="38100" dir="2700000" algn="tl">
                    <a:srgbClr val="000000">
                      <a:alpha val="43137"/>
                    </a:srgbClr>
                  </a:outerShdw>
                </a:effectLst>
                <a:cs typeface="Arial" pitchFamily="34" charset="0"/>
              </a:rPr>
              <a:t>Back Office</a:t>
            </a:r>
            <a:endParaRPr lang="en-US" sz="1400" b="1" dirty="0">
              <a:effectLst>
                <a:outerShdw blurRad="38100" dist="38100" dir="2700000" algn="tl">
                  <a:srgbClr val="000000">
                    <a:alpha val="43137"/>
                  </a:srgbClr>
                </a:outerShdw>
              </a:effectLst>
              <a:cs typeface="Arial" pitchFamily="34" charset="0"/>
            </a:endParaRPr>
          </a:p>
        </p:txBody>
      </p:sp>
      <p:sp>
        <p:nvSpPr>
          <p:cNvPr id="33" name="Rounded Rectangle 51">
            <a:extLst>
              <a:ext uri="{FF2B5EF4-FFF2-40B4-BE49-F238E27FC236}">
                <a16:creationId xmlns:a16="http://schemas.microsoft.com/office/drawing/2014/main" id="{D519948D-C039-48D6-99E0-48A5E3E82E04}"/>
              </a:ext>
            </a:extLst>
          </p:cNvPr>
          <p:cNvSpPr/>
          <p:nvPr/>
        </p:nvSpPr>
        <p:spPr bwMode="gray">
          <a:xfrm>
            <a:off x="3883997" y="1267340"/>
            <a:ext cx="1351862" cy="324447"/>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id-ID" sz="1400" b="1" dirty="0">
                <a:effectLst>
                  <a:outerShdw blurRad="38100" dist="38100" dir="2700000" algn="tl">
                    <a:srgbClr val="000000">
                      <a:alpha val="43137"/>
                    </a:srgbClr>
                  </a:outerShdw>
                </a:effectLst>
                <a:cs typeface="Arial" pitchFamily="34" charset="0"/>
              </a:rPr>
              <a:t>Marketing</a:t>
            </a:r>
            <a:endParaRPr lang="en-US" sz="1400" b="1" dirty="0">
              <a:effectLst>
                <a:outerShdw blurRad="38100" dist="38100" dir="2700000" algn="tl">
                  <a:srgbClr val="000000">
                    <a:alpha val="43137"/>
                  </a:srgbClr>
                </a:outerShdw>
              </a:effectLst>
              <a:cs typeface="Arial" pitchFamily="34" charset="0"/>
            </a:endParaRPr>
          </a:p>
        </p:txBody>
      </p:sp>
      <p:sp>
        <p:nvSpPr>
          <p:cNvPr id="11" name="Rounded Rectangle 51">
            <a:extLst>
              <a:ext uri="{FF2B5EF4-FFF2-40B4-BE49-F238E27FC236}">
                <a16:creationId xmlns:a16="http://schemas.microsoft.com/office/drawing/2014/main" id="{53901608-7D3C-467C-A774-FC9CB41DB524}"/>
              </a:ext>
            </a:extLst>
          </p:cNvPr>
          <p:cNvSpPr/>
          <p:nvPr/>
        </p:nvSpPr>
        <p:spPr bwMode="gray">
          <a:xfrm>
            <a:off x="3883997" y="1768788"/>
            <a:ext cx="1351862" cy="504056"/>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Manager Area</a:t>
            </a:r>
          </a:p>
          <a:p>
            <a:pPr algn="ctr"/>
            <a:r>
              <a:rPr lang="id-ID" sz="1100" b="1" dirty="0">
                <a:effectLst>
                  <a:outerShdw blurRad="38100" dist="38100" dir="2700000" algn="tl">
                    <a:srgbClr val="000000">
                      <a:alpha val="43137"/>
                    </a:srgbClr>
                  </a:outerShdw>
                </a:effectLst>
                <a:cs typeface="Arial" pitchFamily="34" charset="0"/>
              </a:rPr>
              <a:t>Ali Mujiono</a:t>
            </a:r>
            <a:endParaRPr lang="en-US" sz="1100" b="1" dirty="0">
              <a:effectLst>
                <a:outerShdw blurRad="38100" dist="38100" dir="2700000" algn="tl">
                  <a:srgbClr val="000000">
                    <a:alpha val="43137"/>
                  </a:srgbClr>
                </a:outerShdw>
              </a:effectLst>
              <a:cs typeface="Arial" pitchFamily="34" charset="0"/>
            </a:endParaRPr>
          </a:p>
        </p:txBody>
      </p:sp>
      <p:cxnSp>
        <p:nvCxnSpPr>
          <p:cNvPr id="14" name="Straight Connector 13">
            <a:extLst>
              <a:ext uri="{FF2B5EF4-FFF2-40B4-BE49-F238E27FC236}">
                <a16:creationId xmlns:a16="http://schemas.microsoft.com/office/drawing/2014/main" id="{AA8F3D81-E4E6-4731-99C7-77CEB12891BC}"/>
              </a:ext>
            </a:extLst>
          </p:cNvPr>
          <p:cNvCxnSpPr>
            <a:cxnSpLocks/>
          </p:cNvCxnSpPr>
          <p:nvPr/>
        </p:nvCxnSpPr>
        <p:spPr>
          <a:xfrm>
            <a:off x="7595717" y="1612718"/>
            <a:ext cx="0" cy="288032"/>
          </a:xfrm>
          <a:prstGeom prst="line">
            <a:avLst/>
          </a:prstGeom>
        </p:spPr>
        <p:style>
          <a:lnRef idx="1">
            <a:schemeClr val="dk1"/>
          </a:lnRef>
          <a:fillRef idx="0">
            <a:schemeClr val="dk1"/>
          </a:fillRef>
          <a:effectRef idx="0">
            <a:schemeClr val="dk1"/>
          </a:effectRef>
          <a:fontRef idx="minor">
            <a:schemeClr val="tx1"/>
          </a:fontRef>
        </p:style>
      </p:cxnSp>
      <p:sp>
        <p:nvSpPr>
          <p:cNvPr id="15" name="Rounded Rectangle 49">
            <a:extLst>
              <a:ext uri="{FF2B5EF4-FFF2-40B4-BE49-F238E27FC236}">
                <a16:creationId xmlns:a16="http://schemas.microsoft.com/office/drawing/2014/main" id="{AF0FC486-9DF2-4E7F-A66B-226A938EF60C}"/>
              </a:ext>
            </a:extLst>
          </p:cNvPr>
          <p:cNvSpPr/>
          <p:nvPr/>
        </p:nvSpPr>
        <p:spPr bwMode="gray">
          <a:xfrm>
            <a:off x="6947645" y="1775250"/>
            <a:ext cx="1423013" cy="467021"/>
          </a:xfrm>
          <a:prstGeom prst="round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Head BO</a:t>
            </a:r>
          </a:p>
          <a:p>
            <a:pPr algn="ctr"/>
            <a:r>
              <a:rPr lang="id-ID" sz="1100" b="1" dirty="0">
                <a:effectLst>
                  <a:outerShdw blurRad="38100" dist="38100" dir="2700000" algn="tl">
                    <a:srgbClr val="000000">
                      <a:alpha val="43137"/>
                    </a:srgbClr>
                  </a:outerShdw>
                </a:effectLst>
                <a:cs typeface="Arial" pitchFamily="34" charset="0"/>
              </a:rPr>
              <a:t>Selaa</a:t>
            </a:r>
            <a:endParaRPr lang="en-US" sz="1100" b="1" dirty="0">
              <a:effectLst>
                <a:outerShdw blurRad="38100" dist="38100" dir="2700000" algn="tl">
                  <a:srgbClr val="000000">
                    <a:alpha val="43137"/>
                  </a:srgbClr>
                </a:outerShdw>
              </a:effectLst>
              <a:cs typeface="Arial" pitchFamily="34" charset="0"/>
            </a:endParaRPr>
          </a:p>
        </p:txBody>
      </p:sp>
      <p:cxnSp>
        <p:nvCxnSpPr>
          <p:cNvPr id="26" name="Straight Connector 25">
            <a:extLst>
              <a:ext uri="{FF2B5EF4-FFF2-40B4-BE49-F238E27FC236}">
                <a16:creationId xmlns:a16="http://schemas.microsoft.com/office/drawing/2014/main" id="{0E481C59-9A7D-4442-9B37-6632BA9EE224}"/>
              </a:ext>
            </a:extLst>
          </p:cNvPr>
          <p:cNvCxnSpPr>
            <a:cxnSpLocks/>
          </p:cNvCxnSpPr>
          <p:nvPr/>
        </p:nvCxnSpPr>
        <p:spPr>
          <a:xfrm>
            <a:off x="6947645" y="2332798"/>
            <a:ext cx="1368151" cy="0"/>
          </a:xfrm>
          <a:prstGeom prst="line">
            <a:avLst/>
          </a:prstGeom>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A4D19A82-6493-4388-898B-83EDAA476E28}"/>
              </a:ext>
            </a:extLst>
          </p:cNvPr>
          <p:cNvCxnSpPr>
            <a:cxnSpLocks/>
          </p:cNvCxnSpPr>
          <p:nvPr/>
        </p:nvCxnSpPr>
        <p:spPr>
          <a:xfrm>
            <a:off x="8315797" y="2332798"/>
            <a:ext cx="0" cy="216024"/>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CE67ACD-0543-4842-89B9-0A8FDC7AE4DA}"/>
              </a:ext>
            </a:extLst>
          </p:cNvPr>
          <p:cNvCxnSpPr>
            <a:cxnSpLocks/>
          </p:cNvCxnSpPr>
          <p:nvPr/>
        </p:nvCxnSpPr>
        <p:spPr>
          <a:xfrm>
            <a:off x="6947645" y="2332798"/>
            <a:ext cx="0" cy="216024"/>
          </a:xfrm>
          <a:prstGeom prst="line">
            <a:avLst/>
          </a:prstGeom>
        </p:spPr>
        <p:style>
          <a:lnRef idx="1">
            <a:schemeClr val="dk1"/>
          </a:lnRef>
          <a:fillRef idx="0">
            <a:schemeClr val="dk1"/>
          </a:fillRef>
          <a:effectRef idx="0">
            <a:schemeClr val="dk1"/>
          </a:effectRef>
          <a:fontRef idx="minor">
            <a:schemeClr val="tx1"/>
          </a:fontRef>
        </p:style>
      </p:cxnSp>
      <p:sp>
        <p:nvSpPr>
          <p:cNvPr id="35" name="Rounded Rectangle 58">
            <a:extLst>
              <a:ext uri="{FF2B5EF4-FFF2-40B4-BE49-F238E27FC236}">
                <a16:creationId xmlns:a16="http://schemas.microsoft.com/office/drawing/2014/main" id="{7FE68C56-B640-4E93-9B81-86053D47974F}"/>
              </a:ext>
            </a:extLst>
          </p:cNvPr>
          <p:cNvSpPr/>
          <p:nvPr/>
        </p:nvSpPr>
        <p:spPr bwMode="gray">
          <a:xfrm>
            <a:off x="7767363" y="2427734"/>
            <a:ext cx="1101014" cy="927368"/>
          </a:xfrm>
          <a:prstGeom prst="roundRect">
            <a:avLst>
              <a:gd name="adj" fmla="val 9621"/>
            </a:avLst>
          </a:prstGeom>
          <a:solidFill>
            <a:srgbClr val="7030A0"/>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cs typeface="Arial" pitchFamily="34" charset="0"/>
            </a:endParaRPr>
          </a:p>
        </p:txBody>
      </p:sp>
      <p:sp>
        <p:nvSpPr>
          <p:cNvPr id="42" name="Rounded Rectangle 58">
            <a:extLst>
              <a:ext uri="{FF2B5EF4-FFF2-40B4-BE49-F238E27FC236}">
                <a16:creationId xmlns:a16="http://schemas.microsoft.com/office/drawing/2014/main" id="{A7F0767B-F4BE-4C5A-ABCC-39BD7CDDAB67}"/>
              </a:ext>
            </a:extLst>
          </p:cNvPr>
          <p:cNvSpPr/>
          <p:nvPr/>
        </p:nvSpPr>
        <p:spPr bwMode="gray">
          <a:xfrm>
            <a:off x="6416268" y="2438147"/>
            <a:ext cx="1100842" cy="927370"/>
          </a:xfrm>
          <a:prstGeom prst="roundRect">
            <a:avLst>
              <a:gd name="adj" fmla="val 9621"/>
            </a:avLst>
          </a:prstGeom>
          <a:solidFill>
            <a:srgbClr val="7030A0"/>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cs typeface="Arial" pitchFamily="34" charset="0"/>
            </a:endParaRPr>
          </a:p>
        </p:txBody>
      </p:sp>
      <p:sp>
        <p:nvSpPr>
          <p:cNvPr id="43" name="Rounded Rectangle 54">
            <a:extLst>
              <a:ext uri="{FF2B5EF4-FFF2-40B4-BE49-F238E27FC236}">
                <a16:creationId xmlns:a16="http://schemas.microsoft.com/office/drawing/2014/main" id="{A031381C-1E2E-4387-9C15-B2A965F998A2}"/>
              </a:ext>
            </a:extLst>
          </p:cNvPr>
          <p:cNvSpPr/>
          <p:nvPr/>
        </p:nvSpPr>
        <p:spPr bwMode="gray">
          <a:xfrm>
            <a:off x="7798102" y="2458042"/>
            <a:ext cx="1052159" cy="239127"/>
          </a:xfrm>
          <a:prstGeom prst="round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HRD/Legal</a:t>
            </a:r>
            <a:endParaRPr lang="en-US" sz="1100" b="1" dirty="0">
              <a:effectLst>
                <a:outerShdw blurRad="38100" dist="38100" dir="2700000" algn="tl">
                  <a:srgbClr val="000000">
                    <a:alpha val="43137"/>
                  </a:srgbClr>
                </a:outerShdw>
              </a:effectLst>
              <a:cs typeface="Arial" pitchFamily="34" charset="0"/>
            </a:endParaRPr>
          </a:p>
        </p:txBody>
      </p:sp>
      <p:sp>
        <p:nvSpPr>
          <p:cNvPr id="46" name="Rounded Rectangle 67">
            <a:extLst>
              <a:ext uri="{FF2B5EF4-FFF2-40B4-BE49-F238E27FC236}">
                <a16:creationId xmlns:a16="http://schemas.microsoft.com/office/drawing/2014/main" id="{ECE2B1EF-F001-4A0E-B61E-3FD5D5F86507}"/>
              </a:ext>
            </a:extLst>
          </p:cNvPr>
          <p:cNvSpPr/>
          <p:nvPr/>
        </p:nvSpPr>
        <p:spPr bwMode="gray">
          <a:xfrm>
            <a:off x="7810747" y="2729605"/>
            <a:ext cx="1052159" cy="197443"/>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Deasy A</a:t>
            </a:r>
            <a:endParaRPr lang="en-US" sz="1100" dirty="0">
              <a:solidFill>
                <a:srgbClr val="000000"/>
              </a:solidFill>
              <a:cs typeface="Arial" pitchFamily="34" charset="0"/>
            </a:endParaRPr>
          </a:p>
        </p:txBody>
      </p:sp>
      <p:sp>
        <p:nvSpPr>
          <p:cNvPr id="49" name="Rounded Rectangle 67">
            <a:extLst>
              <a:ext uri="{FF2B5EF4-FFF2-40B4-BE49-F238E27FC236}">
                <a16:creationId xmlns:a16="http://schemas.microsoft.com/office/drawing/2014/main" id="{0FA1F7A0-AD10-4351-B0EB-17DD8D2248D9}"/>
              </a:ext>
            </a:extLst>
          </p:cNvPr>
          <p:cNvSpPr/>
          <p:nvPr/>
        </p:nvSpPr>
        <p:spPr bwMode="gray">
          <a:xfrm>
            <a:off x="6449091" y="2730720"/>
            <a:ext cx="1052159" cy="181617"/>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Opik Rifandi</a:t>
            </a:r>
            <a:endParaRPr lang="en-US" sz="1100" dirty="0">
              <a:solidFill>
                <a:srgbClr val="000000"/>
              </a:solidFill>
              <a:cs typeface="Arial" pitchFamily="34" charset="0"/>
            </a:endParaRPr>
          </a:p>
        </p:txBody>
      </p:sp>
      <p:sp>
        <p:nvSpPr>
          <p:cNvPr id="54" name="Rounded Rectangle 58">
            <a:extLst>
              <a:ext uri="{FF2B5EF4-FFF2-40B4-BE49-F238E27FC236}">
                <a16:creationId xmlns:a16="http://schemas.microsoft.com/office/drawing/2014/main" id="{D8846675-6760-41E2-BEF4-EF4B4AA6CA3A}"/>
              </a:ext>
            </a:extLst>
          </p:cNvPr>
          <p:cNvSpPr/>
          <p:nvPr/>
        </p:nvSpPr>
        <p:spPr bwMode="gray">
          <a:xfrm>
            <a:off x="2844434" y="2985063"/>
            <a:ext cx="1100572" cy="1091938"/>
          </a:xfrm>
          <a:prstGeom prst="roundRect">
            <a:avLst>
              <a:gd name="adj" fmla="val 9621"/>
            </a:avLst>
          </a:prstGeom>
          <a:ln>
            <a:solidFill>
              <a:schemeClr val="bg1">
                <a:lumMod val="75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cs typeface="Arial" pitchFamily="34" charset="0"/>
            </a:endParaRPr>
          </a:p>
        </p:txBody>
      </p:sp>
      <p:sp>
        <p:nvSpPr>
          <p:cNvPr id="55" name="Rounded Rectangle 54">
            <a:extLst>
              <a:ext uri="{FF2B5EF4-FFF2-40B4-BE49-F238E27FC236}">
                <a16:creationId xmlns:a16="http://schemas.microsoft.com/office/drawing/2014/main" id="{1A695505-627E-4CE7-BE1F-FE5D8CCA1C3C}"/>
              </a:ext>
            </a:extLst>
          </p:cNvPr>
          <p:cNvSpPr/>
          <p:nvPr/>
        </p:nvSpPr>
        <p:spPr bwMode="gray">
          <a:xfrm>
            <a:off x="2892226" y="3027195"/>
            <a:ext cx="1004987" cy="239127"/>
          </a:xfrm>
          <a:prstGeom prst="roundRect">
            <a:avLst/>
          </a:prstGeom>
          <a:solidFill>
            <a:srgbClr val="E05B05"/>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050" b="1" dirty="0">
                <a:effectLst>
                  <a:outerShdw blurRad="38100" dist="38100" dir="2700000" algn="tl">
                    <a:srgbClr val="000000">
                      <a:alpha val="43137"/>
                    </a:srgbClr>
                  </a:outerShdw>
                </a:effectLst>
                <a:cs typeface="Arial" pitchFamily="34" charset="0"/>
              </a:rPr>
              <a:t>Store Head</a:t>
            </a:r>
            <a:endParaRPr lang="en-US" sz="1050" b="1" dirty="0">
              <a:effectLst>
                <a:outerShdw blurRad="38100" dist="38100" dir="2700000" algn="tl">
                  <a:srgbClr val="000000">
                    <a:alpha val="43137"/>
                  </a:srgbClr>
                </a:outerShdw>
              </a:effectLst>
              <a:cs typeface="Arial" pitchFamily="34" charset="0"/>
            </a:endParaRPr>
          </a:p>
        </p:txBody>
      </p:sp>
      <p:cxnSp>
        <p:nvCxnSpPr>
          <p:cNvPr id="64" name="Straight Connector 63">
            <a:extLst>
              <a:ext uri="{FF2B5EF4-FFF2-40B4-BE49-F238E27FC236}">
                <a16:creationId xmlns:a16="http://schemas.microsoft.com/office/drawing/2014/main" id="{17ACED36-8446-4DA1-9388-F0365052CC30}"/>
              </a:ext>
            </a:extLst>
          </p:cNvPr>
          <p:cNvCxnSpPr>
            <a:cxnSpLocks/>
          </p:cNvCxnSpPr>
          <p:nvPr/>
        </p:nvCxnSpPr>
        <p:spPr>
          <a:xfrm>
            <a:off x="4563694" y="979308"/>
            <a:ext cx="0" cy="288032"/>
          </a:xfrm>
          <a:prstGeom prst="line">
            <a:avLst/>
          </a:prstGeom>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57D6A896-6EBD-4A8B-99BE-9C142082CC0F}"/>
              </a:ext>
            </a:extLst>
          </p:cNvPr>
          <p:cNvCxnSpPr>
            <a:cxnSpLocks/>
          </p:cNvCxnSpPr>
          <p:nvPr/>
        </p:nvCxnSpPr>
        <p:spPr>
          <a:xfrm flipV="1">
            <a:off x="1830242" y="1131590"/>
            <a:ext cx="5766094" cy="5955"/>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8D435D15-02F9-4657-A806-35C1F088E74D}"/>
              </a:ext>
            </a:extLst>
          </p:cNvPr>
          <p:cNvCxnSpPr>
            <a:cxnSpLocks/>
          </p:cNvCxnSpPr>
          <p:nvPr/>
        </p:nvCxnSpPr>
        <p:spPr>
          <a:xfrm>
            <a:off x="1830242" y="1137545"/>
            <a:ext cx="0" cy="144016"/>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0226E280-E93C-4A2F-96A1-CCD3BF049252}"/>
              </a:ext>
            </a:extLst>
          </p:cNvPr>
          <p:cNvCxnSpPr>
            <a:cxnSpLocks/>
          </p:cNvCxnSpPr>
          <p:nvPr/>
        </p:nvCxnSpPr>
        <p:spPr>
          <a:xfrm>
            <a:off x="7595717" y="1127179"/>
            <a:ext cx="0" cy="144016"/>
          </a:xfrm>
          <a:prstGeom prst="line">
            <a:avLst/>
          </a:prstGeom>
        </p:spPr>
        <p:style>
          <a:lnRef idx="1">
            <a:schemeClr val="dk1"/>
          </a:lnRef>
          <a:fillRef idx="0">
            <a:schemeClr val="dk1"/>
          </a:fillRef>
          <a:effectRef idx="0">
            <a:schemeClr val="dk1"/>
          </a:effectRef>
          <a:fontRef idx="minor">
            <a:schemeClr val="tx1"/>
          </a:fontRef>
        </p:style>
      </p:cxnSp>
      <p:sp>
        <p:nvSpPr>
          <p:cNvPr id="85" name="Rounded Rectangle 67">
            <a:extLst>
              <a:ext uri="{FF2B5EF4-FFF2-40B4-BE49-F238E27FC236}">
                <a16:creationId xmlns:a16="http://schemas.microsoft.com/office/drawing/2014/main" id="{07CA7076-E79A-4C42-B258-3AF5A7C26E08}"/>
              </a:ext>
            </a:extLst>
          </p:cNvPr>
          <p:cNvSpPr/>
          <p:nvPr/>
        </p:nvSpPr>
        <p:spPr bwMode="gray">
          <a:xfrm>
            <a:off x="2885343" y="3295878"/>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Sevri Nanda</a:t>
            </a:r>
            <a:endParaRPr lang="en-US" sz="1100" dirty="0">
              <a:solidFill>
                <a:srgbClr val="000000"/>
              </a:solidFill>
              <a:cs typeface="Arial" pitchFamily="34" charset="0"/>
            </a:endParaRPr>
          </a:p>
        </p:txBody>
      </p:sp>
      <p:sp>
        <p:nvSpPr>
          <p:cNvPr id="87" name="Rounded Rectangle 51">
            <a:extLst>
              <a:ext uri="{FF2B5EF4-FFF2-40B4-BE49-F238E27FC236}">
                <a16:creationId xmlns:a16="http://schemas.microsoft.com/office/drawing/2014/main" id="{CC80C0A3-6A90-434C-8C87-264343850B1F}"/>
              </a:ext>
            </a:extLst>
          </p:cNvPr>
          <p:cNvSpPr/>
          <p:nvPr/>
        </p:nvSpPr>
        <p:spPr bwMode="gray">
          <a:xfrm>
            <a:off x="2839509" y="4208578"/>
            <a:ext cx="3456685" cy="340136"/>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id-ID" sz="1400" b="1" dirty="0">
                <a:effectLst>
                  <a:outerShdw blurRad="38100" dist="38100" dir="2700000" algn="tl">
                    <a:srgbClr val="000000">
                      <a:alpha val="43137"/>
                    </a:srgbClr>
                  </a:outerShdw>
                </a:effectLst>
                <a:cs typeface="Arial" pitchFamily="34" charset="0"/>
              </a:rPr>
              <a:t>Frontliner / Sales</a:t>
            </a:r>
            <a:endParaRPr lang="en-US" sz="1400" b="1" dirty="0">
              <a:effectLst>
                <a:outerShdw blurRad="38100" dist="38100" dir="2700000" algn="tl">
                  <a:srgbClr val="000000">
                    <a:alpha val="43137"/>
                  </a:srgbClr>
                </a:outerShdw>
              </a:effectLst>
              <a:cs typeface="Arial" pitchFamily="34" charset="0"/>
            </a:endParaRPr>
          </a:p>
        </p:txBody>
      </p:sp>
      <p:cxnSp>
        <p:nvCxnSpPr>
          <p:cNvPr id="91" name="Straight Connector 90">
            <a:extLst>
              <a:ext uri="{FF2B5EF4-FFF2-40B4-BE49-F238E27FC236}">
                <a16:creationId xmlns:a16="http://schemas.microsoft.com/office/drawing/2014/main" id="{744A38E9-65DE-41AD-8877-3C40CCE84F6C}"/>
              </a:ext>
            </a:extLst>
          </p:cNvPr>
          <p:cNvCxnSpPr>
            <a:cxnSpLocks/>
          </p:cNvCxnSpPr>
          <p:nvPr/>
        </p:nvCxnSpPr>
        <p:spPr>
          <a:xfrm>
            <a:off x="4615510" y="4068901"/>
            <a:ext cx="0" cy="144016"/>
          </a:xfrm>
          <a:prstGeom prst="line">
            <a:avLst/>
          </a:prstGeom>
        </p:spPr>
        <p:style>
          <a:lnRef idx="1">
            <a:schemeClr val="dk1"/>
          </a:lnRef>
          <a:fillRef idx="0">
            <a:schemeClr val="dk1"/>
          </a:fillRef>
          <a:effectRef idx="0">
            <a:schemeClr val="dk1"/>
          </a:effectRef>
          <a:fontRef idx="minor">
            <a:schemeClr val="tx1"/>
          </a:fontRef>
        </p:style>
      </p:cxnSp>
      <p:pic>
        <p:nvPicPr>
          <p:cNvPr id="93" name="Picture 92">
            <a:extLst>
              <a:ext uri="{FF2B5EF4-FFF2-40B4-BE49-F238E27FC236}">
                <a16:creationId xmlns:a16="http://schemas.microsoft.com/office/drawing/2014/main" id="{84618504-94B2-4661-8A70-C813E7212AD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2440"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10" name="Straight Connector 9">
            <a:extLst>
              <a:ext uri="{FF2B5EF4-FFF2-40B4-BE49-F238E27FC236}">
                <a16:creationId xmlns:a16="http://schemas.microsoft.com/office/drawing/2014/main" id="{63AEB192-C5E1-1102-D161-BB2849DF563D}"/>
              </a:ext>
            </a:extLst>
          </p:cNvPr>
          <p:cNvCxnSpPr>
            <a:cxnSpLocks/>
            <a:stCxn id="33" idx="2"/>
            <a:endCxn id="11" idx="0"/>
          </p:cNvCxnSpPr>
          <p:nvPr/>
        </p:nvCxnSpPr>
        <p:spPr>
          <a:xfrm>
            <a:off x="4559928" y="1591787"/>
            <a:ext cx="0" cy="177001"/>
          </a:xfrm>
          <a:prstGeom prst="line">
            <a:avLst/>
          </a:prstGeom>
        </p:spPr>
        <p:style>
          <a:lnRef idx="1">
            <a:schemeClr val="dk1"/>
          </a:lnRef>
          <a:fillRef idx="0">
            <a:schemeClr val="dk1"/>
          </a:fillRef>
          <a:effectRef idx="0">
            <a:schemeClr val="dk1"/>
          </a:effectRef>
          <a:fontRef idx="minor">
            <a:schemeClr val="tx1"/>
          </a:fontRef>
        </p:style>
      </p:cxnSp>
      <p:sp>
        <p:nvSpPr>
          <p:cNvPr id="9" name="Rounded Rectangle 49">
            <a:extLst>
              <a:ext uri="{FF2B5EF4-FFF2-40B4-BE49-F238E27FC236}">
                <a16:creationId xmlns:a16="http://schemas.microsoft.com/office/drawing/2014/main" id="{41099FF5-7CD7-BF15-1D5D-DF4B26BE772E}"/>
              </a:ext>
            </a:extLst>
          </p:cNvPr>
          <p:cNvSpPr/>
          <p:nvPr/>
        </p:nvSpPr>
        <p:spPr bwMode="gray">
          <a:xfrm>
            <a:off x="1118736" y="1281561"/>
            <a:ext cx="1423013" cy="341523"/>
          </a:xfrm>
          <a:prstGeom prst="roundRect">
            <a:avLst/>
          </a:prstGeom>
          <a:solidFill>
            <a:srgbClr val="00B0F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400" b="1" dirty="0">
                <a:effectLst>
                  <a:outerShdw blurRad="38100" dist="38100" dir="2700000" algn="tl">
                    <a:srgbClr val="000000">
                      <a:alpha val="43137"/>
                    </a:srgbClr>
                  </a:outerShdw>
                </a:effectLst>
                <a:cs typeface="Arial" pitchFamily="34" charset="0"/>
              </a:rPr>
              <a:t>Operasional</a:t>
            </a:r>
            <a:endParaRPr lang="en-US" sz="1400" b="1" dirty="0">
              <a:effectLst>
                <a:outerShdw blurRad="38100" dist="38100" dir="2700000" algn="tl">
                  <a:srgbClr val="000000">
                    <a:alpha val="43137"/>
                  </a:srgbClr>
                </a:outerShdw>
              </a:effectLst>
              <a:cs typeface="Arial" pitchFamily="34" charset="0"/>
            </a:endParaRPr>
          </a:p>
        </p:txBody>
      </p:sp>
      <p:cxnSp>
        <p:nvCxnSpPr>
          <p:cNvPr id="34" name="Straight Connector 33">
            <a:extLst>
              <a:ext uri="{FF2B5EF4-FFF2-40B4-BE49-F238E27FC236}">
                <a16:creationId xmlns:a16="http://schemas.microsoft.com/office/drawing/2014/main" id="{0E30D943-9992-835D-4EEC-A038438FB17E}"/>
              </a:ext>
            </a:extLst>
          </p:cNvPr>
          <p:cNvCxnSpPr>
            <a:cxnSpLocks/>
          </p:cNvCxnSpPr>
          <p:nvPr/>
        </p:nvCxnSpPr>
        <p:spPr>
          <a:xfrm>
            <a:off x="7595717" y="2242271"/>
            <a:ext cx="0" cy="90527"/>
          </a:xfrm>
          <a:prstGeom prst="line">
            <a:avLst/>
          </a:prstGeom>
        </p:spPr>
        <p:style>
          <a:lnRef idx="1">
            <a:schemeClr val="dk1"/>
          </a:lnRef>
          <a:fillRef idx="0">
            <a:schemeClr val="dk1"/>
          </a:fillRef>
          <a:effectRef idx="0">
            <a:schemeClr val="dk1"/>
          </a:effectRef>
          <a:fontRef idx="minor">
            <a:schemeClr val="tx1"/>
          </a:fontRef>
        </p:style>
      </p:cxnSp>
      <p:sp>
        <p:nvSpPr>
          <p:cNvPr id="39" name="Rounded Rectangle 54">
            <a:extLst>
              <a:ext uri="{FF2B5EF4-FFF2-40B4-BE49-F238E27FC236}">
                <a16:creationId xmlns:a16="http://schemas.microsoft.com/office/drawing/2014/main" id="{5242DE0F-0283-F2EF-92F9-F39801E5FB57}"/>
              </a:ext>
            </a:extLst>
          </p:cNvPr>
          <p:cNvSpPr/>
          <p:nvPr/>
        </p:nvSpPr>
        <p:spPr bwMode="gray">
          <a:xfrm>
            <a:off x="6440607" y="2462548"/>
            <a:ext cx="1052159" cy="239127"/>
          </a:xfrm>
          <a:prstGeom prst="roundRect">
            <a:avLst/>
          </a:prstGeom>
          <a:solidFill>
            <a:srgbClr val="7030A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Admin</a:t>
            </a:r>
            <a:endParaRPr lang="en-US" sz="1100" b="1" dirty="0">
              <a:effectLst>
                <a:outerShdw blurRad="38100" dist="38100" dir="2700000" algn="tl">
                  <a:srgbClr val="000000">
                    <a:alpha val="43137"/>
                  </a:srgbClr>
                </a:outerShdw>
              </a:effectLst>
              <a:cs typeface="Arial" pitchFamily="34" charset="0"/>
            </a:endParaRPr>
          </a:p>
        </p:txBody>
      </p:sp>
      <p:sp>
        <p:nvSpPr>
          <p:cNvPr id="40" name="Rounded Rectangle 67">
            <a:extLst>
              <a:ext uri="{FF2B5EF4-FFF2-40B4-BE49-F238E27FC236}">
                <a16:creationId xmlns:a16="http://schemas.microsoft.com/office/drawing/2014/main" id="{D2778E9B-DF72-B2E9-B899-63ED8294A705}"/>
              </a:ext>
            </a:extLst>
          </p:cNvPr>
          <p:cNvSpPr/>
          <p:nvPr/>
        </p:nvSpPr>
        <p:spPr bwMode="gray">
          <a:xfrm>
            <a:off x="6440607" y="2925095"/>
            <a:ext cx="1052158" cy="181616"/>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Marcela</a:t>
            </a:r>
            <a:endParaRPr lang="en-US" sz="1100" dirty="0">
              <a:solidFill>
                <a:srgbClr val="000000"/>
              </a:solidFill>
              <a:cs typeface="Arial" pitchFamily="34" charset="0"/>
            </a:endParaRPr>
          </a:p>
        </p:txBody>
      </p:sp>
      <p:sp>
        <p:nvSpPr>
          <p:cNvPr id="51" name="Rounded Rectangle 49">
            <a:extLst>
              <a:ext uri="{FF2B5EF4-FFF2-40B4-BE49-F238E27FC236}">
                <a16:creationId xmlns:a16="http://schemas.microsoft.com/office/drawing/2014/main" id="{EFD608BB-570E-4077-82F7-000FC93A6F0A}"/>
              </a:ext>
            </a:extLst>
          </p:cNvPr>
          <p:cNvSpPr/>
          <p:nvPr/>
        </p:nvSpPr>
        <p:spPr bwMode="gray">
          <a:xfrm>
            <a:off x="1907704" y="1779662"/>
            <a:ext cx="1100571" cy="539648"/>
          </a:xfrm>
          <a:prstGeom prst="roundRect">
            <a:avLst/>
          </a:prstGeom>
          <a:solidFill>
            <a:srgbClr val="00B0F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J&amp;T Cargo</a:t>
            </a:r>
          </a:p>
          <a:p>
            <a:pPr algn="ctr"/>
            <a:r>
              <a:rPr lang="id-ID" sz="1100" b="1" dirty="0">
                <a:effectLst>
                  <a:outerShdw blurRad="38100" dist="38100" dir="2700000" algn="tl">
                    <a:srgbClr val="000000">
                      <a:alpha val="43137"/>
                    </a:srgbClr>
                  </a:outerShdw>
                </a:effectLst>
                <a:cs typeface="Arial" pitchFamily="34" charset="0"/>
              </a:rPr>
              <a:t>Ali Reza</a:t>
            </a:r>
          </a:p>
        </p:txBody>
      </p:sp>
      <p:sp>
        <p:nvSpPr>
          <p:cNvPr id="59" name="Rounded Rectangle 51">
            <a:extLst>
              <a:ext uri="{FF2B5EF4-FFF2-40B4-BE49-F238E27FC236}">
                <a16:creationId xmlns:a16="http://schemas.microsoft.com/office/drawing/2014/main" id="{9DF7C636-62C7-ADF9-AF4A-7E8387E24518}"/>
              </a:ext>
            </a:extLst>
          </p:cNvPr>
          <p:cNvSpPr/>
          <p:nvPr/>
        </p:nvSpPr>
        <p:spPr bwMode="gray">
          <a:xfrm>
            <a:off x="2839509" y="2435918"/>
            <a:ext cx="1100842" cy="504056"/>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Store Leader</a:t>
            </a:r>
          </a:p>
          <a:p>
            <a:pPr algn="ctr"/>
            <a:r>
              <a:rPr lang="id-ID" sz="1100" b="1" dirty="0">
                <a:effectLst>
                  <a:outerShdw blurRad="38100" dist="38100" dir="2700000" algn="tl">
                    <a:srgbClr val="000000">
                      <a:alpha val="43137"/>
                    </a:srgbClr>
                  </a:outerShdw>
                </a:effectLst>
                <a:cs typeface="Arial" pitchFamily="34" charset="0"/>
              </a:rPr>
              <a:t>Herlan</a:t>
            </a:r>
            <a:endParaRPr lang="en-US" sz="1100" b="1" dirty="0">
              <a:effectLst>
                <a:outerShdw blurRad="38100" dist="38100" dir="2700000" algn="tl">
                  <a:srgbClr val="000000">
                    <a:alpha val="43137"/>
                  </a:srgbClr>
                </a:outerShdw>
              </a:effectLst>
              <a:cs typeface="Arial" pitchFamily="34" charset="0"/>
            </a:endParaRPr>
          </a:p>
        </p:txBody>
      </p:sp>
      <p:sp>
        <p:nvSpPr>
          <p:cNvPr id="62" name="Rounded Rectangle 51">
            <a:extLst>
              <a:ext uri="{FF2B5EF4-FFF2-40B4-BE49-F238E27FC236}">
                <a16:creationId xmlns:a16="http://schemas.microsoft.com/office/drawing/2014/main" id="{903A1249-9FA5-EACC-DDB9-3F0A38D78FE5}"/>
              </a:ext>
            </a:extLst>
          </p:cNvPr>
          <p:cNvSpPr/>
          <p:nvPr/>
        </p:nvSpPr>
        <p:spPr bwMode="gray">
          <a:xfrm>
            <a:off x="5206112" y="2418983"/>
            <a:ext cx="1100842" cy="504056"/>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Store Leader</a:t>
            </a:r>
          </a:p>
          <a:p>
            <a:pPr algn="ctr"/>
            <a:r>
              <a:rPr lang="id-ID" sz="1100" b="1" dirty="0">
                <a:effectLst>
                  <a:outerShdw blurRad="38100" dist="38100" dir="2700000" algn="tl">
                    <a:srgbClr val="000000">
                      <a:alpha val="43137"/>
                    </a:srgbClr>
                  </a:outerShdw>
                </a:effectLst>
                <a:cs typeface="Arial" pitchFamily="34" charset="0"/>
              </a:rPr>
              <a:t>Reynaldi</a:t>
            </a:r>
            <a:endParaRPr lang="en-US" sz="1100" b="1" dirty="0">
              <a:effectLst>
                <a:outerShdw blurRad="38100" dist="38100" dir="2700000" algn="tl">
                  <a:srgbClr val="000000">
                    <a:alpha val="43137"/>
                  </a:srgbClr>
                </a:outerShdw>
              </a:effectLst>
              <a:cs typeface="Arial" pitchFamily="34" charset="0"/>
            </a:endParaRPr>
          </a:p>
        </p:txBody>
      </p:sp>
      <p:sp>
        <p:nvSpPr>
          <p:cNvPr id="63" name="Rounded Rectangle 67">
            <a:extLst>
              <a:ext uri="{FF2B5EF4-FFF2-40B4-BE49-F238E27FC236}">
                <a16:creationId xmlns:a16="http://schemas.microsoft.com/office/drawing/2014/main" id="{9BB055F6-A973-3CD1-ECB2-AC12AFE014E6}"/>
              </a:ext>
            </a:extLst>
          </p:cNvPr>
          <p:cNvSpPr/>
          <p:nvPr/>
        </p:nvSpPr>
        <p:spPr bwMode="gray">
          <a:xfrm>
            <a:off x="2892226" y="3531925"/>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M Habibi</a:t>
            </a:r>
            <a:endParaRPr lang="en-US" sz="1100" dirty="0">
              <a:solidFill>
                <a:srgbClr val="000000"/>
              </a:solidFill>
              <a:cs typeface="Arial" pitchFamily="34" charset="0"/>
            </a:endParaRPr>
          </a:p>
        </p:txBody>
      </p:sp>
      <p:sp>
        <p:nvSpPr>
          <p:cNvPr id="66" name="Rounded Rectangle 67">
            <a:extLst>
              <a:ext uri="{FF2B5EF4-FFF2-40B4-BE49-F238E27FC236}">
                <a16:creationId xmlns:a16="http://schemas.microsoft.com/office/drawing/2014/main" id="{C99736FE-BDE4-B572-D56F-2DA14CE8C7C8}"/>
              </a:ext>
            </a:extLst>
          </p:cNvPr>
          <p:cNvSpPr/>
          <p:nvPr/>
        </p:nvSpPr>
        <p:spPr bwMode="gray">
          <a:xfrm>
            <a:off x="2899109" y="3767972"/>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050" dirty="0">
                <a:solidFill>
                  <a:srgbClr val="000000"/>
                </a:solidFill>
                <a:cs typeface="Arial" pitchFamily="34" charset="0"/>
              </a:rPr>
              <a:t>R Kurniawan</a:t>
            </a:r>
            <a:endParaRPr lang="en-US" sz="1050" dirty="0">
              <a:solidFill>
                <a:srgbClr val="000000"/>
              </a:solidFill>
              <a:cs typeface="Arial" pitchFamily="34" charset="0"/>
            </a:endParaRPr>
          </a:p>
        </p:txBody>
      </p:sp>
      <p:sp>
        <p:nvSpPr>
          <p:cNvPr id="73" name="Rounded Rectangle 58">
            <a:extLst>
              <a:ext uri="{FF2B5EF4-FFF2-40B4-BE49-F238E27FC236}">
                <a16:creationId xmlns:a16="http://schemas.microsoft.com/office/drawing/2014/main" id="{C4D62475-E3EF-6A2B-C8E1-EB2BF9612C0F}"/>
              </a:ext>
            </a:extLst>
          </p:cNvPr>
          <p:cNvSpPr/>
          <p:nvPr/>
        </p:nvSpPr>
        <p:spPr bwMode="gray">
          <a:xfrm>
            <a:off x="4013409" y="2975893"/>
            <a:ext cx="1100572" cy="1091938"/>
          </a:xfrm>
          <a:prstGeom prst="roundRect">
            <a:avLst>
              <a:gd name="adj" fmla="val 9621"/>
            </a:avLst>
          </a:prstGeom>
          <a:ln>
            <a:solidFill>
              <a:schemeClr val="bg1">
                <a:lumMod val="75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cs typeface="Arial" pitchFamily="34" charset="0"/>
            </a:endParaRPr>
          </a:p>
        </p:txBody>
      </p:sp>
      <p:sp>
        <p:nvSpPr>
          <p:cNvPr id="74" name="Rounded Rectangle 54">
            <a:extLst>
              <a:ext uri="{FF2B5EF4-FFF2-40B4-BE49-F238E27FC236}">
                <a16:creationId xmlns:a16="http://schemas.microsoft.com/office/drawing/2014/main" id="{796A75FF-E2AB-74F9-B246-009529B5FAE0}"/>
              </a:ext>
            </a:extLst>
          </p:cNvPr>
          <p:cNvSpPr/>
          <p:nvPr/>
        </p:nvSpPr>
        <p:spPr bwMode="gray">
          <a:xfrm>
            <a:off x="4061201" y="3018025"/>
            <a:ext cx="1004987" cy="239127"/>
          </a:xfrm>
          <a:prstGeom prst="roundRect">
            <a:avLst/>
          </a:prstGeom>
          <a:solidFill>
            <a:srgbClr val="E05B05"/>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050" b="1" dirty="0">
                <a:effectLst>
                  <a:outerShdw blurRad="38100" dist="38100" dir="2700000" algn="tl">
                    <a:srgbClr val="000000">
                      <a:alpha val="43137"/>
                    </a:srgbClr>
                  </a:outerShdw>
                </a:effectLst>
                <a:cs typeface="Arial" pitchFamily="34" charset="0"/>
              </a:rPr>
              <a:t>Store Head</a:t>
            </a:r>
            <a:endParaRPr lang="en-US" sz="1050" b="1" dirty="0">
              <a:effectLst>
                <a:outerShdw blurRad="38100" dist="38100" dir="2700000" algn="tl">
                  <a:srgbClr val="000000">
                    <a:alpha val="43137"/>
                  </a:srgbClr>
                </a:outerShdw>
              </a:effectLst>
              <a:cs typeface="Arial" pitchFamily="34" charset="0"/>
            </a:endParaRPr>
          </a:p>
        </p:txBody>
      </p:sp>
      <p:sp>
        <p:nvSpPr>
          <p:cNvPr id="75" name="Rounded Rectangle 67">
            <a:extLst>
              <a:ext uri="{FF2B5EF4-FFF2-40B4-BE49-F238E27FC236}">
                <a16:creationId xmlns:a16="http://schemas.microsoft.com/office/drawing/2014/main" id="{944DB4B4-F34F-F8D8-2FD6-7FE0F187F08A}"/>
              </a:ext>
            </a:extLst>
          </p:cNvPr>
          <p:cNvSpPr/>
          <p:nvPr/>
        </p:nvSpPr>
        <p:spPr bwMode="gray">
          <a:xfrm>
            <a:off x="4054318" y="3286708"/>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Andika</a:t>
            </a:r>
            <a:endParaRPr lang="en-US" sz="1100" dirty="0">
              <a:solidFill>
                <a:srgbClr val="000000"/>
              </a:solidFill>
              <a:cs typeface="Arial" pitchFamily="34" charset="0"/>
            </a:endParaRPr>
          </a:p>
        </p:txBody>
      </p:sp>
      <p:sp>
        <p:nvSpPr>
          <p:cNvPr id="76" name="Rounded Rectangle 67">
            <a:extLst>
              <a:ext uri="{FF2B5EF4-FFF2-40B4-BE49-F238E27FC236}">
                <a16:creationId xmlns:a16="http://schemas.microsoft.com/office/drawing/2014/main" id="{4D47E16C-F805-BEC4-D47E-309C820A4BEC}"/>
              </a:ext>
            </a:extLst>
          </p:cNvPr>
          <p:cNvSpPr/>
          <p:nvPr/>
        </p:nvSpPr>
        <p:spPr bwMode="gray">
          <a:xfrm>
            <a:off x="4061201" y="3522755"/>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Ikmal</a:t>
            </a:r>
            <a:endParaRPr lang="en-US" sz="1100" dirty="0">
              <a:solidFill>
                <a:srgbClr val="000000"/>
              </a:solidFill>
              <a:cs typeface="Arial" pitchFamily="34" charset="0"/>
            </a:endParaRPr>
          </a:p>
        </p:txBody>
      </p:sp>
      <p:sp>
        <p:nvSpPr>
          <p:cNvPr id="77" name="Rounded Rectangle 67">
            <a:extLst>
              <a:ext uri="{FF2B5EF4-FFF2-40B4-BE49-F238E27FC236}">
                <a16:creationId xmlns:a16="http://schemas.microsoft.com/office/drawing/2014/main" id="{1DACE88B-5890-5D8C-52D4-AE8C2F208081}"/>
              </a:ext>
            </a:extLst>
          </p:cNvPr>
          <p:cNvSpPr/>
          <p:nvPr/>
        </p:nvSpPr>
        <p:spPr bwMode="gray">
          <a:xfrm>
            <a:off x="4068084" y="3758802"/>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Alsya R</a:t>
            </a:r>
            <a:endParaRPr lang="en-US" sz="1100" dirty="0">
              <a:solidFill>
                <a:srgbClr val="000000"/>
              </a:solidFill>
              <a:cs typeface="Arial" pitchFamily="34" charset="0"/>
            </a:endParaRPr>
          </a:p>
        </p:txBody>
      </p:sp>
      <p:sp>
        <p:nvSpPr>
          <p:cNvPr id="78" name="Rounded Rectangle 58">
            <a:extLst>
              <a:ext uri="{FF2B5EF4-FFF2-40B4-BE49-F238E27FC236}">
                <a16:creationId xmlns:a16="http://schemas.microsoft.com/office/drawing/2014/main" id="{2814B38B-F76B-DD38-6576-26FA9F96EFE9}"/>
              </a:ext>
            </a:extLst>
          </p:cNvPr>
          <p:cNvSpPr/>
          <p:nvPr/>
        </p:nvSpPr>
        <p:spPr bwMode="gray">
          <a:xfrm>
            <a:off x="5195622" y="2961530"/>
            <a:ext cx="1100572" cy="1091938"/>
          </a:xfrm>
          <a:prstGeom prst="roundRect">
            <a:avLst>
              <a:gd name="adj" fmla="val 9621"/>
            </a:avLst>
          </a:prstGeom>
          <a:ln>
            <a:solidFill>
              <a:schemeClr val="bg1">
                <a:lumMod val="75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cs typeface="Arial" pitchFamily="34" charset="0"/>
            </a:endParaRPr>
          </a:p>
        </p:txBody>
      </p:sp>
      <p:sp>
        <p:nvSpPr>
          <p:cNvPr id="79" name="Rounded Rectangle 54">
            <a:extLst>
              <a:ext uri="{FF2B5EF4-FFF2-40B4-BE49-F238E27FC236}">
                <a16:creationId xmlns:a16="http://schemas.microsoft.com/office/drawing/2014/main" id="{90358521-51FD-9CE2-0ED3-C3635A73655B}"/>
              </a:ext>
            </a:extLst>
          </p:cNvPr>
          <p:cNvSpPr/>
          <p:nvPr/>
        </p:nvSpPr>
        <p:spPr bwMode="gray">
          <a:xfrm>
            <a:off x="5243414" y="3003662"/>
            <a:ext cx="1004987" cy="239127"/>
          </a:xfrm>
          <a:prstGeom prst="roundRect">
            <a:avLst/>
          </a:prstGeom>
          <a:solidFill>
            <a:srgbClr val="E05B05"/>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050" b="1" dirty="0">
                <a:effectLst>
                  <a:outerShdw blurRad="38100" dist="38100" dir="2700000" algn="tl">
                    <a:srgbClr val="000000">
                      <a:alpha val="43137"/>
                    </a:srgbClr>
                  </a:outerShdw>
                </a:effectLst>
                <a:cs typeface="Arial" pitchFamily="34" charset="0"/>
              </a:rPr>
              <a:t>Store Head</a:t>
            </a:r>
            <a:endParaRPr lang="en-US" sz="1050" b="1" dirty="0">
              <a:effectLst>
                <a:outerShdw blurRad="38100" dist="38100" dir="2700000" algn="tl">
                  <a:srgbClr val="000000">
                    <a:alpha val="43137"/>
                  </a:srgbClr>
                </a:outerShdw>
              </a:effectLst>
              <a:cs typeface="Arial" pitchFamily="34" charset="0"/>
            </a:endParaRPr>
          </a:p>
        </p:txBody>
      </p:sp>
      <p:sp>
        <p:nvSpPr>
          <p:cNvPr id="80" name="Rounded Rectangle 67">
            <a:extLst>
              <a:ext uri="{FF2B5EF4-FFF2-40B4-BE49-F238E27FC236}">
                <a16:creationId xmlns:a16="http://schemas.microsoft.com/office/drawing/2014/main" id="{4E72025B-3808-3BD5-512B-C93A1F8A60C9}"/>
              </a:ext>
            </a:extLst>
          </p:cNvPr>
          <p:cNvSpPr/>
          <p:nvPr/>
        </p:nvSpPr>
        <p:spPr bwMode="gray">
          <a:xfrm>
            <a:off x="5236531" y="3272345"/>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Michael P</a:t>
            </a:r>
            <a:endParaRPr lang="en-US" sz="1100" dirty="0">
              <a:solidFill>
                <a:srgbClr val="000000"/>
              </a:solidFill>
              <a:cs typeface="Arial" pitchFamily="34" charset="0"/>
            </a:endParaRPr>
          </a:p>
        </p:txBody>
      </p:sp>
      <p:sp>
        <p:nvSpPr>
          <p:cNvPr id="81" name="Rounded Rectangle 67">
            <a:extLst>
              <a:ext uri="{FF2B5EF4-FFF2-40B4-BE49-F238E27FC236}">
                <a16:creationId xmlns:a16="http://schemas.microsoft.com/office/drawing/2014/main" id="{F8D7E1D0-712D-EA89-2046-36A9720A94DF}"/>
              </a:ext>
            </a:extLst>
          </p:cNvPr>
          <p:cNvSpPr/>
          <p:nvPr/>
        </p:nvSpPr>
        <p:spPr bwMode="gray">
          <a:xfrm>
            <a:off x="5243414" y="3508392"/>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Malvin V</a:t>
            </a:r>
            <a:endParaRPr lang="en-US" sz="1100" dirty="0">
              <a:solidFill>
                <a:srgbClr val="000000"/>
              </a:solidFill>
              <a:cs typeface="Arial" pitchFamily="34" charset="0"/>
            </a:endParaRPr>
          </a:p>
        </p:txBody>
      </p:sp>
      <p:sp>
        <p:nvSpPr>
          <p:cNvPr id="82" name="Rounded Rectangle 67">
            <a:extLst>
              <a:ext uri="{FF2B5EF4-FFF2-40B4-BE49-F238E27FC236}">
                <a16:creationId xmlns:a16="http://schemas.microsoft.com/office/drawing/2014/main" id="{413D3EA5-947B-6F98-1E53-A16C5060A8EB}"/>
              </a:ext>
            </a:extLst>
          </p:cNvPr>
          <p:cNvSpPr/>
          <p:nvPr/>
        </p:nvSpPr>
        <p:spPr bwMode="gray">
          <a:xfrm>
            <a:off x="5250297" y="3744439"/>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Doni A</a:t>
            </a:r>
            <a:endParaRPr lang="en-US" sz="1100" dirty="0">
              <a:solidFill>
                <a:srgbClr val="000000"/>
              </a:solidFill>
              <a:cs typeface="Arial" pitchFamily="34" charset="0"/>
            </a:endParaRPr>
          </a:p>
        </p:txBody>
      </p:sp>
      <p:cxnSp>
        <p:nvCxnSpPr>
          <p:cNvPr id="86" name="Straight Connector 85">
            <a:extLst>
              <a:ext uri="{FF2B5EF4-FFF2-40B4-BE49-F238E27FC236}">
                <a16:creationId xmlns:a16="http://schemas.microsoft.com/office/drawing/2014/main" id="{D0C323E9-E41E-93CE-77EF-E3C4EF5795D3}"/>
              </a:ext>
            </a:extLst>
          </p:cNvPr>
          <p:cNvCxnSpPr>
            <a:cxnSpLocks/>
          </p:cNvCxnSpPr>
          <p:nvPr/>
        </p:nvCxnSpPr>
        <p:spPr>
          <a:xfrm>
            <a:off x="5724128" y="4077001"/>
            <a:ext cx="0" cy="144016"/>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7E107AC0-7986-AEDB-5FC7-DDE40334BF32}"/>
              </a:ext>
            </a:extLst>
          </p:cNvPr>
          <p:cNvCxnSpPr>
            <a:cxnSpLocks/>
          </p:cNvCxnSpPr>
          <p:nvPr/>
        </p:nvCxnSpPr>
        <p:spPr>
          <a:xfrm>
            <a:off x="3419872" y="4077001"/>
            <a:ext cx="0" cy="144016"/>
          </a:xfrm>
          <a:prstGeom prst="line">
            <a:avLst/>
          </a:prstGeom>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C67B03F8-426D-CE4E-CD0C-D3342DCB8FCF}"/>
              </a:ext>
            </a:extLst>
          </p:cNvPr>
          <p:cNvCxnSpPr>
            <a:cxnSpLocks/>
          </p:cNvCxnSpPr>
          <p:nvPr/>
        </p:nvCxnSpPr>
        <p:spPr>
          <a:xfrm flipV="1">
            <a:off x="1165455" y="1707654"/>
            <a:ext cx="1292534" cy="5677"/>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a:extLst>
              <a:ext uri="{FF2B5EF4-FFF2-40B4-BE49-F238E27FC236}">
                <a16:creationId xmlns:a16="http://schemas.microsoft.com/office/drawing/2014/main" id="{DF5AB108-4CB0-7ABD-649F-1DF5CBFA31F4}"/>
              </a:ext>
            </a:extLst>
          </p:cNvPr>
          <p:cNvCxnSpPr>
            <a:cxnSpLocks/>
            <a:endCxn id="51" idx="0"/>
          </p:cNvCxnSpPr>
          <p:nvPr/>
        </p:nvCxnSpPr>
        <p:spPr>
          <a:xfrm>
            <a:off x="2457989" y="1707654"/>
            <a:ext cx="1" cy="72008"/>
          </a:xfrm>
          <a:prstGeom prst="line">
            <a:avLst/>
          </a:prstGeom>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4D566776-17D9-7640-BA32-984BD0EFFD40}"/>
              </a:ext>
            </a:extLst>
          </p:cNvPr>
          <p:cNvCxnSpPr>
            <a:cxnSpLocks/>
            <a:endCxn id="105" idx="0"/>
          </p:cNvCxnSpPr>
          <p:nvPr/>
        </p:nvCxnSpPr>
        <p:spPr>
          <a:xfrm flipH="1">
            <a:off x="1170736" y="1707654"/>
            <a:ext cx="1602" cy="93282"/>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Connector 94">
            <a:extLst>
              <a:ext uri="{FF2B5EF4-FFF2-40B4-BE49-F238E27FC236}">
                <a16:creationId xmlns:a16="http://schemas.microsoft.com/office/drawing/2014/main" id="{85FE5F39-9F4A-F2F9-616A-9CFABD8A402F}"/>
              </a:ext>
            </a:extLst>
          </p:cNvPr>
          <p:cNvCxnSpPr>
            <a:cxnSpLocks/>
            <a:endCxn id="117" idx="0"/>
          </p:cNvCxnSpPr>
          <p:nvPr/>
        </p:nvCxnSpPr>
        <p:spPr>
          <a:xfrm>
            <a:off x="1835696" y="1617127"/>
            <a:ext cx="3056" cy="2316750"/>
          </a:xfrm>
          <a:prstGeom prst="line">
            <a:avLst/>
          </a:prstGeom>
        </p:spPr>
        <p:style>
          <a:lnRef idx="1">
            <a:schemeClr val="dk1"/>
          </a:lnRef>
          <a:fillRef idx="0">
            <a:schemeClr val="dk1"/>
          </a:fillRef>
          <a:effectRef idx="0">
            <a:schemeClr val="dk1"/>
          </a:effectRef>
          <a:fontRef idx="minor">
            <a:schemeClr val="tx1"/>
          </a:fontRef>
        </p:style>
      </p:cxnSp>
      <p:sp>
        <p:nvSpPr>
          <p:cNvPr id="105" name="Rounded Rectangle 49">
            <a:extLst>
              <a:ext uri="{FF2B5EF4-FFF2-40B4-BE49-F238E27FC236}">
                <a16:creationId xmlns:a16="http://schemas.microsoft.com/office/drawing/2014/main" id="{945CA1C3-62BA-D776-9A30-274797F4EFA0}"/>
              </a:ext>
            </a:extLst>
          </p:cNvPr>
          <p:cNvSpPr/>
          <p:nvPr/>
        </p:nvSpPr>
        <p:spPr bwMode="gray">
          <a:xfrm>
            <a:off x="611560" y="1800936"/>
            <a:ext cx="1118351" cy="539648"/>
          </a:xfrm>
          <a:prstGeom prst="roundRect">
            <a:avLst/>
          </a:prstGeom>
          <a:solidFill>
            <a:srgbClr val="00B0F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100" b="1" dirty="0">
                <a:effectLst>
                  <a:outerShdw blurRad="38100" dist="38100" dir="2700000" algn="tl">
                    <a:srgbClr val="000000">
                      <a:alpha val="43137"/>
                    </a:srgbClr>
                  </a:outerShdw>
                </a:effectLst>
                <a:cs typeface="Arial" pitchFamily="34" charset="0"/>
              </a:rPr>
              <a:t>Head Teknisi</a:t>
            </a:r>
          </a:p>
          <a:p>
            <a:pPr algn="ctr"/>
            <a:r>
              <a:rPr lang="id-ID" sz="1100" b="1" dirty="0">
                <a:effectLst>
                  <a:outerShdw blurRad="38100" dist="38100" dir="2700000" algn="tl">
                    <a:srgbClr val="000000">
                      <a:alpha val="43137"/>
                    </a:srgbClr>
                  </a:outerShdw>
                </a:effectLst>
                <a:cs typeface="Arial" pitchFamily="34" charset="0"/>
              </a:rPr>
              <a:t>Lingga Nur F</a:t>
            </a:r>
          </a:p>
        </p:txBody>
      </p:sp>
      <p:sp>
        <p:nvSpPr>
          <p:cNvPr id="110" name="Rounded Rectangle 58">
            <a:extLst>
              <a:ext uri="{FF2B5EF4-FFF2-40B4-BE49-F238E27FC236}">
                <a16:creationId xmlns:a16="http://schemas.microsoft.com/office/drawing/2014/main" id="{50F38B0B-958E-12D3-0582-26E0792D7CBA}"/>
              </a:ext>
            </a:extLst>
          </p:cNvPr>
          <p:cNvSpPr/>
          <p:nvPr/>
        </p:nvSpPr>
        <p:spPr bwMode="gray">
          <a:xfrm>
            <a:off x="622053" y="2462215"/>
            <a:ext cx="1100572" cy="1316498"/>
          </a:xfrm>
          <a:prstGeom prst="roundRect">
            <a:avLst>
              <a:gd name="adj" fmla="val 9621"/>
            </a:avLst>
          </a:prstGeom>
          <a:solidFill>
            <a:srgbClr val="00B0F0"/>
          </a:solidFill>
          <a:ln>
            <a:solidFill>
              <a:schemeClr val="bg1">
                <a:lumMod val="75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cs typeface="Arial" pitchFamily="34" charset="0"/>
            </a:endParaRPr>
          </a:p>
        </p:txBody>
      </p:sp>
      <p:sp>
        <p:nvSpPr>
          <p:cNvPr id="111" name="Rounded Rectangle 54">
            <a:extLst>
              <a:ext uri="{FF2B5EF4-FFF2-40B4-BE49-F238E27FC236}">
                <a16:creationId xmlns:a16="http://schemas.microsoft.com/office/drawing/2014/main" id="{6F76FC1E-E01F-AF5C-29E0-07999F4AFD28}"/>
              </a:ext>
            </a:extLst>
          </p:cNvPr>
          <p:cNvSpPr/>
          <p:nvPr/>
        </p:nvSpPr>
        <p:spPr bwMode="gray">
          <a:xfrm>
            <a:off x="669845" y="2504348"/>
            <a:ext cx="1004987" cy="239127"/>
          </a:xfrm>
          <a:prstGeom prst="roundRect">
            <a:avLst/>
          </a:prstGeom>
          <a:solidFill>
            <a:srgbClr val="00B0F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050" b="1" dirty="0">
                <a:effectLst>
                  <a:outerShdw blurRad="38100" dist="38100" dir="2700000" algn="tl">
                    <a:srgbClr val="000000">
                      <a:alpha val="43137"/>
                    </a:srgbClr>
                  </a:outerShdw>
                </a:effectLst>
                <a:cs typeface="Arial" pitchFamily="34" charset="0"/>
              </a:rPr>
              <a:t>Teknisi</a:t>
            </a:r>
            <a:endParaRPr lang="en-US" sz="1050" b="1" dirty="0">
              <a:effectLst>
                <a:outerShdw blurRad="38100" dist="38100" dir="2700000" algn="tl">
                  <a:srgbClr val="000000">
                    <a:alpha val="43137"/>
                  </a:srgbClr>
                </a:outerShdw>
              </a:effectLst>
              <a:cs typeface="Arial" pitchFamily="34" charset="0"/>
            </a:endParaRPr>
          </a:p>
        </p:txBody>
      </p:sp>
      <p:sp>
        <p:nvSpPr>
          <p:cNvPr id="112" name="Rounded Rectangle 67">
            <a:extLst>
              <a:ext uri="{FF2B5EF4-FFF2-40B4-BE49-F238E27FC236}">
                <a16:creationId xmlns:a16="http://schemas.microsoft.com/office/drawing/2014/main" id="{E2B1BA00-A6CD-2095-37C6-4544BA42CF18}"/>
              </a:ext>
            </a:extLst>
          </p:cNvPr>
          <p:cNvSpPr/>
          <p:nvPr/>
        </p:nvSpPr>
        <p:spPr bwMode="gray">
          <a:xfrm>
            <a:off x="662962" y="2773031"/>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M Ferdy</a:t>
            </a:r>
            <a:endParaRPr lang="en-US" sz="1100" dirty="0">
              <a:solidFill>
                <a:srgbClr val="000000"/>
              </a:solidFill>
              <a:cs typeface="Arial" pitchFamily="34" charset="0"/>
            </a:endParaRPr>
          </a:p>
        </p:txBody>
      </p:sp>
      <p:sp>
        <p:nvSpPr>
          <p:cNvPr id="113" name="Rounded Rectangle 67">
            <a:extLst>
              <a:ext uri="{FF2B5EF4-FFF2-40B4-BE49-F238E27FC236}">
                <a16:creationId xmlns:a16="http://schemas.microsoft.com/office/drawing/2014/main" id="{632DCC6E-16A7-A449-6FDF-CCD20C9914A4}"/>
              </a:ext>
            </a:extLst>
          </p:cNvPr>
          <p:cNvSpPr/>
          <p:nvPr/>
        </p:nvSpPr>
        <p:spPr bwMode="gray">
          <a:xfrm>
            <a:off x="669845" y="3009078"/>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Tegar</a:t>
            </a:r>
            <a:endParaRPr lang="en-US" sz="1100" dirty="0">
              <a:solidFill>
                <a:srgbClr val="000000"/>
              </a:solidFill>
              <a:cs typeface="Arial" pitchFamily="34" charset="0"/>
            </a:endParaRPr>
          </a:p>
        </p:txBody>
      </p:sp>
      <p:sp>
        <p:nvSpPr>
          <p:cNvPr id="114" name="Rounded Rectangle 67">
            <a:extLst>
              <a:ext uri="{FF2B5EF4-FFF2-40B4-BE49-F238E27FC236}">
                <a16:creationId xmlns:a16="http://schemas.microsoft.com/office/drawing/2014/main" id="{D26948D6-0DCD-D9E2-6260-2FD0C9E97445}"/>
              </a:ext>
            </a:extLst>
          </p:cNvPr>
          <p:cNvSpPr/>
          <p:nvPr/>
        </p:nvSpPr>
        <p:spPr bwMode="gray">
          <a:xfrm>
            <a:off x="676728" y="3245125"/>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Laska O</a:t>
            </a:r>
            <a:endParaRPr lang="en-US" sz="1100" dirty="0">
              <a:solidFill>
                <a:srgbClr val="000000"/>
              </a:solidFill>
              <a:cs typeface="Arial" pitchFamily="34" charset="0"/>
            </a:endParaRPr>
          </a:p>
        </p:txBody>
      </p:sp>
      <p:sp>
        <p:nvSpPr>
          <p:cNvPr id="115" name="Rounded Rectangle 67">
            <a:extLst>
              <a:ext uri="{FF2B5EF4-FFF2-40B4-BE49-F238E27FC236}">
                <a16:creationId xmlns:a16="http://schemas.microsoft.com/office/drawing/2014/main" id="{788A2142-32DF-91A0-4679-C20407BAB559}"/>
              </a:ext>
            </a:extLst>
          </p:cNvPr>
          <p:cNvSpPr/>
          <p:nvPr/>
        </p:nvSpPr>
        <p:spPr bwMode="gray">
          <a:xfrm>
            <a:off x="676728" y="3474249"/>
            <a:ext cx="1004986" cy="22082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Tengku M</a:t>
            </a:r>
            <a:endParaRPr lang="en-US" sz="1100" dirty="0">
              <a:solidFill>
                <a:srgbClr val="000000"/>
              </a:solidFill>
              <a:cs typeface="Arial" pitchFamily="34" charset="0"/>
            </a:endParaRPr>
          </a:p>
        </p:txBody>
      </p:sp>
      <p:sp>
        <p:nvSpPr>
          <p:cNvPr id="116" name="Rounded Rectangle 67">
            <a:extLst>
              <a:ext uri="{FF2B5EF4-FFF2-40B4-BE49-F238E27FC236}">
                <a16:creationId xmlns:a16="http://schemas.microsoft.com/office/drawing/2014/main" id="{23BC93CF-B465-BD6B-B77C-3566175270B1}"/>
              </a:ext>
            </a:extLst>
          </p:cNvPr>
          <p:cNvSpPr/>
          <p:nvPr/>
        </p:nvSpPr>
        <p:spPr bwMode="gray">
          <a:xfrm>
            <a:off x="6440607" y="3119469"/>
            <a:ext cx="1052158" cy="181616"/>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Ramadhan M</a:t>
            </a:r>
            <a:endParaRPr lang="en-US" sz="1100" dirty="0">
              <a:solidFill>
                <a:srgbClr val="000000"/>
              </a:solidFill>
              <a:cs typeface="Arial" pitchFamily="34" charset="0"/>
            </a:endParaRPr>
          </a:p>
        </p:txBody>
      </p:sp>
      <p:sp>
        <p:nvSpPr>
          <p:cNvPr id="117" name="Rounded Rectangle 58">
            <a:extLst>
              <a:ext uri="{FF2B5EF4-FFF2-40B4-BE49-F238E27FC236}">
                <a16:creationId xmlns:a16="http://schemas.microsoft.com/office/drawing/2014/main" id="{FEDF5ED6-F423-8562-5625-50374215925A}"/>
              </a:ext>
            </a:extLst>
          </p:cNvPr>
          <p:cNvSpPr/>
          <p:nvPr/>
        </p:nvSpPr>
        <p:spPr bwMode="gray">
          <a:xfrm>
            <a:off x="1288466" y="3933877"/>
            <a:ext cx="1100572" cy="1014137"/>
          </a:xfrm>
          <a:prstGeom prst="roundRect">
            <a:avLst>
              <a:gd name="adj" fmla="val 9621"/>
            </a:avLst>
          </a:prstGeom>
          <a:solidFill>
            <a:srgbClr val="00B0F0"/>
          </a:solidFill>
          <a:ln>
            <a:solidFill>
              <a:schemeClr val="bg1">
                <a:lumMod val="75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dirty="0">
              <a:cs typeface="Arial" pitchFamily="34" charset="0"/>
            </a:endParaRPr>
          </a:p>
        </p:txBody>
      </p:sp>
      <p:sp>
        <p:nvSpPr>
          <p:cNvPr id="118" name="Rounded Rectangle 54">
            <a:extLst>
              <a:ext uri="{FF2B5EF4-FFF2-40B4-BE49-F238E27FC236}">
                <a16:creationId xmlns:a16="http://schemas.microsoft.com/office/drawing/2014/main" id="{A4D0680B-18A7-F247-1D04-193904D113BF}"/>
              </a:ext>
            </a:extLst>
          </p:cNvPr>
          <p:cNvSpPr/>
          <p:nvPr/>
        </p:nvSpPr>
        <p:spPr bwMode="gray">
          <a:xfrm>
            <a:off x="1336258" y="3976010"/>
            <a:ext cx="1004987" cy="202352"/>
          </a:xfrm>
          <a:prstGeom prst="roundRect">
            <a:avLst/>
          </a:prstGeom>
          <a:solidFill>
            <a:srgbClr val="00B0F0"/>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id-ID" sz="1050" b="1" dirty="0">
                <a:effectLst>
                  <a:outerShdw blurRad="38100" dist="38100" dir="2700000" algn="tl">
                    <a:srgbClr val="000000">
                      <a:alpha val="43137"/>
                    </a:srgbClr>
                  </a:outerShdw>
                </a:effectLst>
                <a:cs typeface="Arial" pitchFamily="34" charset="0"/>
              </a:rPr>
              <a:t>Driver</a:t>
            </a:r>
            <a:endParaRPr lang="en-US" sz="1050" b="1" dirty="0">
              <a:effectLst>
                <a:outerShdw blurRad="38100" dist="38100" dir="2700000" algn="tl">
                  <a:srgbClr val="000000">
                    <a:alpha val="43137"/>
                  </a:srgbClr>
                </a:outerShdw>
              </a:effectLst>
              <a:cs typeface="Arial" pitchFamily="34" charset="0"/>
            </a:endParaRPr>
          </a:p>
        </p:txBody>
      </p:sp>
      <p:sp>
        <p:nvSpPr>
          <p:cNvPr id="119" name="Rounded Rectangle 67">
            <a:extLst>
              <a:ext uri="{FF2B5EF4-FFF2-40B4-BE49-F238E27FC236}">
                <a16:creationId xmlns:a16="http://schemas.microsoft.com/office/drawing/2014/main" id="{5FFD825A-05D4-A70D-FBF1-C4CF1961CD32}"/>
              </a:ext>
            </a:extLst>
          </p:cNvPr>
          <p:cNvSpPr/>
          <p:nvPr/>
        </p:nvSpPr>
        <p:spPr bwMode="gray">
          <a:xfrm>
            <a:off x="1329375" y="4244693"/>
            <a:ext cx="1004986" cy="18686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Alfizan</a:t>
            </a:r>
            <a:endParaRPr lang="en-US" sz="1100" dirty="0">
              <a:solidFill>
                <a:srgbClr val="000000"/>
              </a:solidFill>
              <a:cs typeface="Arial" pitchFamily="34" charset="0"/>
            </a:endParaRPr>
          </a:p>
        </p:txBody>
      </p:sp>
      <p:sp>
        <p:nvSpPr>
          <p:cNvPr id="120" name="Rounded Rectangle 67">
            <a:extLst>
              <a:ext uri="{FF2B5EF4-FFF2-40B4-BE49-F238E27FC236}">
                <a16:creationId xmlns:a16="http://schemas.microsoft.com/office/drawing/2014/main" id="{F1525D76-73AF-FCCD-43AC-A21BF449E1B9}"/>
              </a:ext>
            </a:extLst>
          </p:cNvPr>
          <p:cNvSpPr/>
          <p:nvPr/>
        </p:nvSpPr>
        <p:spPr bwMode="gray">
          <a:xfrm>
            <a:off x="1336258" y="4480740"/>
            <a:ext cx="1004986" cy="18686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Miken Rey</a:t>
            </a:r>
            <a:endParaRPr lang="en-US" sz="1100" dirty="0">
              <a:solidFill>
                <a:srgbClr val="000000"/>
              </a:solidFill>
              <a:cs typeface="Arial" pitchFamily="34" charset="0"/>
            </a:endParaRPr>
          </a:p>
        </p:txBody>
      </p:sp>
      <p:cxnSp>
        <p:nvCxnSpPr>
          <p:cNvPr id="124" name="Straight Connector 123">
            <a:extLst>
              <a:ext uri="{FF2B5EF4-FFF2-40B4-BE49-F238E27FC236}">
                <a16:creationId xmlns:a16="http://schemas.microsoft.com/office/drawing/2014/main" id="{A01EDBCC-5F8E-FBA0-6F51-D6216108C75B}"/>
              </a:ext>
            </a:extLst>
          </p:cNvPr>
          <p:cNvCxnSpPr>
            <a:cxnSpLocks/>
            <a:stCxn id="11" idx="2"/>
          </p:cNvCxnSpPr>
          <p:nvPr/>
        </p:nvCxnSpPr>
        <p:spPr>
          <a:xfrm>
            <a:off x="4559928" y="2272844"/>
            <a:ext cx="3766" cy="398167"/>
          </a:xfrm>
          <a:prstGeom prst="line">
            <a:avLst/>
          </a:prstGeom>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E9CC1C95-1A30-E436-E3C3-2DA2DB8F8EEF}"/>
              </a:ext>
            </a:extLst>
          </p:cNvPr>
          <p:cNvCxnSpPr>
            <a:cxnSpLocks/>
            <a:stCxn id="105" idx="2"/>
            <a:endCxn id="110" idx="0"/>
          </p:cNvCxnSpPr>
          <p:nvPr/>
        </p:nvCxnSpPr>
        <p:spPr>
          <a:xfrm>
            <a:off x="1170736" y="2340584"/>
            <a:ext cx="1603" cy="121631"/>
          </a:xfrm>
          <a:prstGeom prst="line">
            <a:avLst/>
          </a:prstGeom>
        </p:spPr>
        <p:style>
          <a:lnRef idx="1">
            <a:schemeClr val="dk1"/>
          </a:lnRef>
          <a:fillRef idx="0">
            <a:schemeClr val="dk1"/>
          </a:fillRef>
          <a:effectRef idx="0">
            <a:schemeClr val="dk1"/>
          </a:effectRef>
          <a:fontRef idx="minor">
            <a:schemeClr val="tx1"/>
          </a:fontRef>
        </p:style>
      </p:cxnSp>
      <p:sp>
        <p:nvSpPr>
          <p:cNvPr id="4" name="Rounded Rectangle 67">
            <a:extLst>
              <a:ext uri="{FF2B5EF4-FFF2-40B4-BE49-F238E27FC236}">
                <a16:creationId xmlns:a16="http://schemas.microsoft.com/office/drawing/2014/main" id="{A50F0765-BABA-3ED9-D359-8E7DC986C7E2}"/>
              </a:ext>
            </a:extLst>
          </p:cNvPr>
          <p:cNvSpPr/>
          <p:nvPr/>
        </p:nvSpPr>
        <p:spPr bwMode="gray">
          <a:xfrm>
            <a:off x="1336258" y="4700887"/>
            <a:ext cx="1004986" cy="186862"/>
          </a:xfrm>
          <a:prstGeom prst="roundRect">
            <a:avLst/>
          </a:prstGeom>
          <a:solidFill>
            <a:schemeClr val="bg1">
              <a:lumMod val="85000"/>
              <a:alpha val="60000"/>
            </a:schemeClr>
          </a:solidFill>
          <a:ln w="38100">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tlCol="0" anchor="ctr"/>
          <a:lstStyle/>
          <a:p>
            <a:pPr algn="ctr"/>
            <a:r>
              <a:rPr lang="id-ID" sz="1100" dirty="0">
                <a:solidFill>
                  <a:srgbClr val="000000"/>
                </a:solidFill>
                <a:cs typeface="Arial" pitchFamily="34" charset="0"/>
              </a:rPr>
              <a:t>Gusmawan</a:t>
            </a:r>
            <a:endParaRPr lang="en-US" sz="1100" dirty="0">
              <a:solidFill>
                <a:srgbClr val="000000"/>
              </a:solidFill>
              <a:cs typeface="Arial" pitchFamily="34" charset="0"/>
            </a:endParaRPr>
          </a:p>
        </p:txBody>
      </p:sp>
      <p:cxnSp>
        <p:nvCxnSpPr>
          <p:cNvPr id="5" name="Straight Connector 4">
            <a:extLst>
              <a:ext uri="{FF2B5EF4-FFF2-40B4-BE49-F238E27FC236}">
                <a16:creationId xmlns:a16="http://schemas.microsoft.com/office/drawing/2014/main" id="{A915ECAC-946D-DB39-A338-88DDEF3699E8}"/>
              </a:ext>
            </a:extLst>
          </p:cNvPr>
          <p:cNvCxnSpPr>
            <a:cxnSpLocks/>
            <a:stCxn id="59" idx="3"/>
            <a:endCxn id="62" idx="1"/>
          </p:cNvCxnSpPr>
          <p:nvPr/>
        </p:nvCxnSpPr>
        <p:spPr>
          <a:xfrm flipV="1">
            <a:off x="3940351" y="2671011"/>
            <a:ext cx="1265761" cy="1693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52675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F799594F-A844-426A-A9DB-3248C132FCF8}"/>
              </a:ext>
            </a:extLst>
          </p:cNvPr>
          <p:cNvSpPr/>
          <p:nvPr/>
        </p:nvSpPr>
        <p:spPr>
          <a:xfrm>
            <a:off x="3131840" y="51470"/>
            <a:ext cx="2808312" cy="648072"/>
          </a:xfrm>
          <a:prstGeom prst="roundRect">
            <a:avLst/>
          </a:prstGeom>
          <a:solidFill>
            <a:srgbClr val="E46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3600" dirty="0">
                <a:latin typeface="Adobe Gothic Std B" panose="020B0800000000000000" pitchFamily="34" charset="-128"/>
                <a:ea typeface="Adobe Gothic Std B" panose="020B0800000000000000" pitchFamily="34" charset="-128"/>
              </a:rPr>
              <a:t>STORE</a:t>
            </a:r>
          </a:p>
        </p:txBody>
      </p:sp>
      <p:grpSp>
        <p:nvGrpSpPr>
          <p:cNvPr id="8" name="Group 7"/>
          <p:cNvGrpSpPr/>
          <p:nvPr/>
        </p:nvGrpSpPr>
        <p:grpSpPr>
          <a:xfrm>
            <a:off x="747176" y="2987896"/>
            <a:ext cx="1444353" cy="1113958"/>
            <a:chOff x="391343" y="3295675"/>
            <a:chExt cx="1728193" cy="1113958"/>
          </a:xfrm>
        </p:grpSpPr>
        <p:grpSp>
          <p:nvGrpSpPr>
            <p:cNvPr id="9" name="Group 8"/>
            <p:cNvGrpSpPr/>
            <p:nvPr/>
          </p:nvGrpSpPr>
          <p:grpSpPr>
            <a:xfrm>
              <a:off x="391344" y="3295675"/>
              <a:ext cx="1728192" cy="534119"/>
              <a:chOff x="856159" y="3562148"/>
              <a:chExt cx="1350106" cy="534119"/>
            </a:xfrm>
          </p:grpSpPr>
          <p:sp>
            <p:nvSpPr>
              <p:cNvPr id="13"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Milaphone</a:t>
                </a:r>
                <a:endParaRPr lang="en-US" sz="1300" b="1" dirty="0">
                  <a:solidFill>
                    <a:schemeClr val="tx1">
                      <a:lumMod val="75000"/>
                      <a:lumOff val="25000"/>
                    </a:schemeClr>
                  </a:solidFill>
                  <a:cs typeface="Arial" pitchFamily="34" charset="0"/>
                </a:endParaRPr>
              </a:p>
            </p:txBody>
          </p:sp>
          <p:sp>
            <p:nvSpPr>
              <p:cNvPr id="14"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1"/>
                    </a:solidFill>
                    <a:cs typeface="Arial" pitchFamily="34" charset="0"/>
                  </a:rPr>
                  <a:t>Pusat</a:t>
                </a:r>
                <a:endParaRPr lang="en-US" sz="1400" dirty="0">
                  <a:solidFill>
                    <a:schemeClr val="accent1"/>
                  </a:solidFill>
                  <a:cs typeface="Arial" pitchFamily="34" charset="0"/>
                </a:endParaRPr>
              </a:p>
            </p:txBody>
          </p:sp>
        </p:grpSp>
        <p:sp>
          <p:nvSpPr>
            <p:cNvPr id="11" name="TextBox 10"/>
            <p:cNvSpPr txBox="1"/>
            <p:nvPr/>
          </p:nvSpPr>
          <p:spPr>
            <a:xfrm>
              <a:off x="391343" y="3901802"/>
              <a:ext cx="1728193" cy="507831"/>
            </a:xfrm>
            <a:prstGeom prst="rect">
              <a:avLst/>
            </a:prstGeom>
            <a:noFill/>
          </p:spPr>
          <p:txBody>
            <a:bodyPr wrap="square" rtlCol="0">
              <a:spAutoFit/>
            </a:bodyPr>
            <a:lstStyle/>
            <a:p>
              <a:pPr algn="ctr"/>
              <a:r>
                <a:rPr lang="id-ID" sz="900" dirty="0"/>
                <a:t>Jl. Raya Cilangkap, Kel. Cimpaeun, Kec. Tapos, Kota Depok</a:t>
              </a:r>
              <a:endParaRPr lang="ko-KR" altLang="en-US" sz="900" dirty="0">
                <a:solidFill>
                  <a:schemeClr val="tx1">
                    <a:lumMod val="75000"/>
                    <a:lumOff val="25000"/>
                  </a:schemeClr>
                </a:solidFill>
                <a:cs typeface="Arial" pitchFamily="34" charset="0"/>
              </a:endParaRPr>
            </a:p>
          </p:txBody>
        </p:sp>
      </p:grpSp>
      <p:grpSp>
        <p:nvGrpSpPr>
          <p:cNvPr id="36" name="Group 35"/>
          <p:cNvGrpSpPr/>
          <p:nvPr/>
        </p:nvGrpSpPr>
        <p:grpSpPr>
          <a:xfrm>
            <a:off x="2819955" y="2987896"/>
            <a:ext cx="1444353" cy="1252458"/>
            <a:chOff x="391343" y="3295675"/>
            <a:chExt cx="1728193" cy="1252458"/>
          </a:xfrm>
        </p:grpSpPr>
        <p:grpSp>
          <p:nvGrpSpPr>
            <p:cNvPr id="37" name="Group 36"/>
            <p:cNvGrpSpPr/>
            <p:nvPr/>
          </p:nvGrpSpPr>
          <p:grpSpPr>
            <a:xfrm>
              <a:off x="391344" y="3295675"/>
              <a:ext cx="1728192" cy="534119"/>
              <a:chOff x="856159" y="3562148"/>
              <a:chExt cx="1350106" cy="534119"/>
            </a:xfrm>
          </p:grpSpPr>
          <p:sp>
            <p:nvSpPr>
              <p:cNvPr id="39"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Milaphone</a:t>
                </a:r>
                <a:endParaRPr lang="en-US" sz="1300" b="1" dirty="0">
                  <a:solidFill>
                    <a:schemeClr val="tx1">
                      <a:lumMod val="75000"/>
                      <a:lumOff val="25000"/>
                    </a:schemeClr>
                  </a:solidFill>
                  <a:cs typeface="Arial" pitchFamily="34" charset="0"/>
                </a:endParaRPr>
              </a:p>
            </p:txBody>
          </p:sp>
          <p:sp>
            <p:nvSpPr>
              <p:cNvPr id="40"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2"/>
                    </a:solidFill>
                    <a:cs typeface="Arial" pitchFamily="34" charset="0"/>
                  </a:rPr>
                  <a:t>Gas Alam</a:t>
                </a:r>
                <a:endParaRPr lang="en-US" sz="1400" dirty="0">
                  <a:solidFill>
                    <a:schemeClr val="accent2"/>
                  </a:solidFill>
                  <a:cs typeface="Arial" pitchFamily="34" charset="0"/>
                </a:endParaRPr>
              </a:p>
            </p:txBody>
          </p:sp>
        </p:grpSp>
        <p:sp>
          <p:nvSpPr>
            <p:cNvPr id="38" name="TextBox 37"/>
            <p:cNvSpPr txBox="1"/>
            <p:nvPr/>
          </p:nvSpPr>
          <p:spPr>
            <a:xfrm>
              <a:off x="391343" y="3901802"/>
              <a:ext cx="1728193" cy="646331"/>
            </a:xfrm>
            <a:prstGeom prst="rect">
              <a:avLst/>
            </a:prstGeom>
            <a:noFill/>
          </p:spPr>
          <p:txBody>
            <a:bodyPr wrap="square" rtlCol="0">
              <a:spAutoFit/>
            </a:bodyPr>
            <a:lstStyle/>
            <a:p>
              <a:pPr algn="ctr"/>
              <a:r>
                <a:rPr lang="id-ID" sz="900" dirty="0"/>
                <a:t>Jl. Putri Tunggal No. </a:t>
              </a:r>
            </a:p>
            <a:p>
              <a:pPr algn="ctr"/>
              <a:r>
                <a:rPr lang="id-ID" sz="900" dirty="0"/>
                <a:t>67  Kel. Harjamukti</a:t>
              </a:r>
            </a:p>
            <a:p>
              <a:pPr algn="ctr"/>
              <a:r>
                <a:rPr lang="id-ID" sz="900" dirty="0"/>
                <a:t>Kec. Cimanggis </a:t>
              </a:r>
            </a:p>
            <a:p>
              <a:pPr algn="ctr"/>
              <a:r>
                <a:rPr lang="id-ID" sz="900" dirty="0"/>
                <a:t>Kota Depok</a:t>
              </a:r>
              <a:endParaRPr lang="ko-KR" altLang="en-US" sz="900" dirty="0">
                <a:solidFill>
                  <a:schemeClr val="tx1">
                    <a:lumMod val="75000"/>
                    <a:lumOff val="25000"/>
                  </a:schemeClr>
                </a:solidFill>
                <a:cs typeface="Arial" pitchFamily="34" charset="0"/>
              </a:endParaRPr>
            </a:p>
          </p:txBody>
        </p:sp>
      </p:grpSp>
      <p:grpSp>
        <p:nvGrpSpPr>
          <p:cNvPr id="41" name="Group 40"/>
          <p:cNvGrpSpPr/>
          <p:nvPr/>
        </p:nvGrpSpPr>
        <p:grpSpPr>
          <a:xfrm>
            <a:off x="4820726" y="2987896"/>
            <a:ext cx="1551474" cy="1113958"/>
            <a:chOff x="305184" y="3295675"/>
            <a:chExt cx="1856365" cy="1113958"/>
          </a:xfrm>
        </p:grpSpPr>
        <p:grpSp>
          <p:nvGrpSpPr>
            <p:cNvPr id="42" name="Group 41"/>
            <p:cNvGrpSpPr/>
            <p:nvPr/>
          </p:nvGrpSpPr>
          <p:grpSpPr>
            <a:xfrm>
              <a:off x="391344" y="3295675"/>
              <a:ext cx="1728192" cy="534119"/>
              <a:chOff x="856159" y="3562148"/>
              <a:chExt cx="1350106" cy="534119"/>
            </a:xfrm>
          </p:grpSpPr>
          <p:sp>
            <p:nvSpPr>
              <p:cNvPr id="44" name="Text Placeholder 17"/>
              <p:cNvSpPr txBox="1">
                <a:spLocks/>
              </p:cNvSpPr>
              <p:nvPr/>
            </p:nvSpPr>
            <p:spPr>
              <a:xfrm>
                <a:off x="856159" y="3562148"/>
                <a:ext cx="1350105"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Milaphone</a:t>
                </a:r>
                <a:endParaRPr lang="en-US" sz="1300" b="1" dirty="0">
                  <a:solidFill>
                    <a:schemeClr val="tx1">
                      <a:lumMod val="75000"/>
                      <a:lumOff val="25000"/>
                    </a:schemeClr>
                  </a:solidFill>
                  <a:cs typeface="Arial" pitchFamily="34" charset="0"/>
                </a:endParaRPr>
              </a:p>
            </p:txBody>
          </p:sp>
          <p:sp>
            <p:nvSpPr>
              <p:cNvPr id="45"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3"/>
                    </a:solidFill>
                    <a:cs typeface="Arial" pitchFamily="34" charset="0"/>
                  </a:rPr>
                  <a:t>Wanaherang</a:t>
                </a:r>
                <a:endParaRPr lang="en-US" sz="1400" dirty="0">
                  <a:solidFill>
                    <a:schemeClr val="accent3"/>
                  </a:solidFill>
                  <a:cs typeface="Arial" pitchFamily="34" charset="0"/>
                </a:endParaRPr>
              </a:p>
            </p:txBody>
          </p:sp>
        </p:grpSp>
        <p:sp>
          <p:nvSpPr>
            <p:cNvPr id="43" name="TextBox 42"/>
            <p:cNvSpPr txBox="1"/>
            <p:nvPr/>
          </p:nvSpPr>
          <p:spPr>
            <a:xfrm>
              <a:off x="305184" y="3901802"/>
              <a:ext cx="1856365" cy="507831"/>
            </a:xfrm>
            <a:prstGeom prst="rect">
              <a:avLst/>
            </a:prstGeom>
            <a:noFill/>
          </p:spPr>
          <p:txBody>
            <a:bodyPr wrap="square" rtlCol="0">
              <a:spAutoFit/>
            </a:bodyPr>
            <a:lstStyle/>
            <a:p>
              <a:pPr algn="ctr"/>
              <a:r>
                <a:rPr lang="id-ID" sz="900" dirty="0"/>
                <a:t>Jl. Wanaherang (Tlajung) No. 29, Wanaherang, Kec. Gn. Putri, Kab. Bogor</a:t>
              </a:r>
              <a:endParaRPr lang="ko-KR" altLang="en-US" sz="900" dirty="0">
                <a:solidFill>
                  <a:schemeClr val="tx1">
                    <a:lumMod val="75000"/>
                    <a:lumOff val="25000"/>
                  </a:schemeClr>
                </a:solidFill>
                <a:cs typeface="Arial" pitchFamily="34" charset="0"/>
              </a:endParaRPr>
            </a:p>
          </p:txBody>
        </p:sp>
      </p:grpSp>
      <p:sp>
        <p:nvSpPr>
          <p:cNvPr id="6" name="Text Placeholder 5">
            <a:extLst>
              <a:ext uri="{FF2B5EF4-FFF2-40B4-BE49-F238E27FC236}">
                <a16:creationId xmlns:a16="http://schemas.microsoft.com/office/drawing/2014/main" id="{5AB2D9A1-087C-49DA-A9F3-452F7BF4CB1C}"/>
              </a:ext>
            </a:extLst>
          </p:cNvPr>
          <p:cNvSpPr>
            <a:spLocks noGrp="1"/>
          </p:cNvSpPr>
          <p:nvPr>
            <p:ph type="body" sz="quarter" idx="11"/>
          </p:nvPr>
        </p:nvSpPr>
        <p:spPr>
          <a:xfrm>
            <a:off x="0" y="771550"/>
            <a:ext cx="9144000" cy="288032"/>
          </a:xfrm>
        </p:spPr>
        <p:txBody>
          <a:bodyPr/>
          <a:lstStyle/>
          <a:p>
            <a:r>
              <a:rPr lang="id-ID" sz="1600" dirty="0"/>
              <a:t>Milaphone</a:t>
            </a:r>
          </a:p>
        </p:txBody>
      </p:sp>
      <p:pic>
        <p:nvPicPr>
          <p:cNvPr id="52" name="Picture 51">
            <a:extLst>
              <a:ext uri="{FF2B5EF4-FFF2-40B4-BE49-F238E27FC236}">
                <a16:creationId xmlns:a16="http://schemas.microsoft.com/office/drawing/2014/main" id="{EBAF80A8-C5FA-4A0F-A737-F0166FC1D7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0432"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3" name="Picture Placeholder 22">
            <a:extLst>
              <a:ext uri="{FF2B5EF4-FFF2-40B4-BE49-F238E27FC236}">
                <a16:creationId xmlns:a16="http://schemas.microsoft.com/office/drawing/2014/main" id="{D9B343A0-A69E-D772-29D1-A218EF1BC49E}"/>
              </a:ext>
            </a:extLst>
          </p:cNvPr>
          <p:cNvPicPr>
            <a:picLocks noGrp="1" noChangeAspect="1"/>
          </p:cNvPicPr>
          <p:nvPr>
            <p:ph type="pic" idx="1"/>
          </p:nvPr>
        </p:nvPicPr>
        <p:blipFill>
          <a:blip r:embed="rId3" cstate="print">
            <a:extLst>
              <a:ext uri="{28A0092B-C50C-407E-A947-70E740481C1C}">
                <a14:useLocalDpi xmlns:a14="http://schemas.microsoft.com/office/drawing/2010/main" val="0"/>
              </a:ext>
            </a:extLst>
          </a:blip>
          <a:srcRect l="1613" r="1613"/>
          <a:stretch>
            <a:fillRect/>
          </a:stretch>
        </p:blipFill>
        <p:spPr>
          <a:xfrm>
            <a:off x="612775" y="1243013"/>
            <a:ext cx="1714500" cy="1328737"/>
          </a:xfrm>
        </p:spPr>
      </p:pic>
      <p:pic>
        <p:nvPicPr>
          <p:cNvPr id="26" name="Picture Placeholder 25">
            <a:extLst>
              <a:ext uri="{FF2B5EF4-FFF2-40B4-BE49-F238E27FC236}">
                <a16:creationId xmlns:a16="http://schemas.microsoft.com/office/drawing/2014/main" id="{D11D63F5-1CFB-D128-181F-E39B53A7860D}"/>
              </a:ext>
            </a:extLst>
          </p:cNvPr>
          <p:cNvPicPr>
            <a:picLocks noGrp="1" noChangeAspect="1"/>
          </p:cNvPicPr>
          <p:nvPr>
            <p:ph type="pic" idx="12"/>
          </p:nvPr>
        </p:nvPicPr>
        <p:blipFill>
          <a:blip r:embed="rId4" cstate="print">
            <a:extLst>
              <a:ext uri="{28A0092B-C50C-407E-A947-70E740481C1C}">
                <a14:useLocalDpi xmlns:a14="http://schemas.microsoft.com/office/drawing/2010/main" val="0"/>
              </a:ext>
            </a:extLst>
          </a:blip>
          <a:srcRect l="9541" r="9541"/>
          <a:stretch>
            <a:fillRect/>
          </a:stretch>
        </p:blipFill>
        <p:spPr>
          <a:xfrm>
            <a:off x="2684463" y="1243013"/>
            <a:ext cx="1714500" cy="1328737"/>
          </a:xfrm>
        </p:spPr>
      </p:pic>
      <p:sp>
        <p:nvSpPr>
          <p:cNvPr id="18" name="Picture Placeholder 17">
            <a:extLst>
              <a:ext uri="{FF2B5EF4-FFF2-40B4-BE49-F238E27FC236}">
                <a16:creationId xmlns:a16="http://schemas.microsoft.com/office/drawing/2014/main" id="{6122EE4C-A5FF-966D-1BC7-79FD270C5204}"/>
              </a:ext>
            </a:extLst>
          </p:cNvPr>
          <p:cNvSpPr>
            <a:spLocks noGrp="1"/>
          </p:cNvSpPr>
          <p:nvPr>
            <p:ph type="pic" idx="13"/>
          </p:nvPr>
        </p:nvSpPr>
        <p:spPr>
          <a:xfrm>
            <a:off x="4756225" y="1243803"/>
            <a:ext cx="1714726" cy="1327948"/>
          </a:xfrm>
        </p:spPr>
      </p:sp>
      <p:sp>
        <p:nvSpPr>
          <p:cNvPr id="21" name="Picture Placeholder 20">
            <a:extLst>
              <a:ext uri="{FF2B5EF4-FFF2-40B4-BE49-F238E27FC236}">
                <a16:creationId xmlns:a16="http://schemas.microsoft.com/office/drawing/2014/main" id="{D5BE807D-6C9C-363D-F7AA-4631351D15F9}"/>
              </a:ext>
            </a:extLst>
          </p:cNvPr>
          <p:cNvSpPr>
            <a:spLocks noGrp="1"/>
          </p:cNvSpPr>
          <p:nvPr>
            <p:ph type="pic" idx="14"/>
          </p:nvPr>
        </p:nvSpPr>
        <p:spPr>
          <a:xfrm>
            <a:off x="6827932" y="1243803"/>
            <a:ext cx="1714726" cy="1327948"/>
          </a:xfrm>
        </p:spPr>
      </p:sp>
    </p:spTree>
    <p:extLst>
      <p:ext uri="{BB962C8B-B14F-4D97-AF65-F5344CB8AC3E}">
        <p14:creationId xmlns:p14="http://schemas.microsoft.com/office/powerpoint/2010/main" val="1244802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F799594F-A844-426A-A9DB-3248C132FCF8}"/>
              </a:ext>
            </a:extLst>
          </p:cNvPr>
          <p:cNvSpPr/>
          <p:nvPr/>
        </p:nvSpPr>
        <p:spPr>
          <a:xfrm>
            <a:off x="3131840" y="51470"/>
            <a:ext cx="2808312" cy="648072"/>
          </a:xfrm>
          <a:prstGeom prst="roundRect">
            <a:avLst/>
          </a:prstGeom>
          <a:solidFill>
            <a:srgbClr val="E46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3600" dirty="0">
                <a:latin typeface="Adobe Gothic Std B" panose="020B0800000000000000" pitchFamily="34" charset="-128"/>
                <a:ea typeface="Adobe Gothic Std B" panose="020B0800000000000000" pitchFamily="34" charset="-128"/>
              </a:rPr>
              <a:t>STORE</a:t>
            </a:r>
          </a:p>
        </p:txBody>
      </p:sp>
      <p:grpSp>
        <p:nvGrpSpPr>
          <p:cNvPr id="8" name="Group 7"/>
          <p:cNvGrpSpPr/>
          <p:nvPr/>
        </p:nvGrpSpPr>
        <p:grpSpPr>
          <a:xfrm>
            <a:off x="747176" y="2987896"/>
            <a:ext cx="1444353" cy="1252458"/>
            <a:chOff x="391343" y="3295675"/>
            <a:chExt cx="1728193" cy="1252458"/>
          </a:xfrm>
        </p:grpSpPr>
        <p:grpSp>
          <p:nvGrpSpPr>
            <p:cNvPr id="9" name="Group 8"/>
            <p:cNvGrpSpPr/>
            <p:nvPr/>
          </p:nvGrpSpPr>
          <p:grpSpPr>
            <a:xfrm>
              <a:off x="391344" y="3295675"/>
              <a:ext cx="1728192" cy="534119"/>
              <a:chOff x="856159" y="3562148"/>
              <a:chExt cx="1350106" cy="534119"/>
            </a:xfrm>
          </p:grpSpPr>
          <p:sp>
            <p:nvSpPr>
              <p:cNvPr id="13"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Sanmoto</a:t>
                </a:r>
                <a:endParaRPr lang="en-US" sz="1300" b="1" dirty="0">
                  <a:solidFill>
                    <a:schemeClr val="tx1">
                      <a:lumMod val="75000"/>
                      <a:lumOff val="25000"/>
                    </a:schemeClr>
                  </a:solidFill>
                  <a:cs typeface="Arial" pitchFamily="34" charset="0"/>
                </a:endParaRPr>
              </a:p>
            </p:txBody>
          </p:sp>
          <p:sp>
            <p:nvSpPr>
              <p:cNvPr id="14"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1"/>
                    </a:solidFill>
                    <a:cs typeface="Arial" pitchFamily="34" charset="0"/>
                  </a:rPr>
                  <a:t>Metland 1</a:t>
                </a:r>
                <a:endParaRPr lang="en-US" sz="1400" dirty="0">
                  <a:solidFill>
                    <a:schemeClr val="accent1"/>
                  </a:solidFill>
                  <a:cs typeface="Arial" pitchFamily="34" charset="0"/>
                </a:endParaRPr>
              </a:p>
            </p:txBody>
          </p:sp>
        </p:grpSp>
        <p:sp>
          <p:nvSpPr>
            <p:cNvPr id="11" name="TextBox 10"/>
            <p:cNvSpPr txBox="1"/>
            <p:nvPr/>
          </p:nvSpPr>
          <p:spPr>
            <a:xfrm>
              <a:off x="391343" y="3901802"/>
              <a:ext cx="1728193" cy="646331"/>
            </a:xfrm>
            <a:prstGeom prst="rect">
              <a:avLst/>
            </a:prstGeom>
            <a:noFill/>
          </p:spPr>
          <p:txBody>
            <a:bodyPr wrap="square" rtlCol="0">
              <a:spAutoFit/>
            </a:bodyPr>
            <a:lstStyle/>
            <a:p>
              <a:pPr algn="ctr"/>
              <a:r>
                <a:rPr lang="id-ID" sz="900" dirty="0"/>
                <a:t>Jl. Raya Cileungsi - Jonggol No.km. 25, Cileungsi Kidul, Kec. Cileungsi, Kab.Bogor</a:t>
              </a:r>
              <a:endParaRPr lang="ko-KR" altLang="en-US" sz="900" dirty="0">
                <a:solidFill>
                  <a:schemeClr val="tx1">
                    <a:lumMod val="75000"/>
                    <a:lumOff val="25000"/>
                  </a:schemeClr>
                </a:solidFill>
                <a:cs typeface="Arial" pitchFamily="34" charset="0"/>
              </a:endParaRPr>
            </a:p>
          </p:txBody>
        </p:sp>
      </p:grpSp>
      <p:grpSp>
        <p:nvGrpSpPr>
          <p:cNvPr id="36" name="Group 35"/>
          <p:cNvGrpSpPr/>
          <p:nvPr/>
        </p:nvGrpSpPr>
        <p:grpSpPr>
          <a:xfrm>
            <a:off x="2819955" y="2987896"/>
            <a:ext cx="1444353" cy="1252458"/>
            <a:chOff x="391343" y="3295675"/>
            <a:chExt cx="1728193" cy="1252458"/>
          </a:xfrm>
        </p:grpSpPr>
        <p:grpSp>
          <p:nvGrpSpPr>
            <p:cNvPr id="37" name="Group 36"/>
            <p:cNvGrpSpPr/>
            <p:nvPr/>
          </p:nvGrpSpPr>
          <p:grpSpPr>
            <a:xfrm>
              <a:off x="391344" y="3295675"/>
              <a:ext cx="1728192" cy="534119"/>
              <a:chOff x="856159" y="3562148"/>
              <a:chExt cx="1350106" cy="534119"/>
            </a:xfrm>
          </p:grpSpPr>
          <p:sp>
            <p:nvSpPr>
              <p:cNvPr id="39"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Sanmoto</a:t>
                </a:r>
                <a:endParaRPr lang="en-US" sz="1300" b="1" dirty="0">
                  <a:solidFill>
                    <a:schemeClr val="tx1">
                      <a:lumMod val="75000"/>
                      <a:lumOff val="25000"/>
                    </a:schemeClr>
                  </a:solidFill>
                  <a:cs typeface="Arial" pitchFamily="34" charset="0"/>
                </a:endParaRPr>
              </a:p>
            </p:txBody>
          </p:sp>
          <p:sp>
            <p:nvSpPr>
              <p:cNvPr id="40"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2"/>
                    </a:solidFill>
                    <a:cs typeface="Arial" pitchFamily="34" charset="0"/>
                  </a:rPr>
                  <a:t>Metland 2</a:t>
                </a:r>
                <a:endParaRPr lang="en-US" sz="1400" dirty="0">
                  <a:solidFill>
                    <a:schemeClr val="accent2"/>
                  </a:solidFill>
                  <a:cs typeface="Arial" pitchFamily="34" charset="0"/>
                </a:endParaRPr>
              </a:p>
            </p:txBody>
          </p:sp>
        </p:grpSp>
        <p:sp>
          <p:nvSpPr>
            <p:cNvPr id="38" name="TextBox 37"/>
            <p:cNvSpPr txBox="1"/>
            <p:nvPr/>
          </p:nvSpPr>
          <p:spPr>
            <a:xfrm>
              <a:off x="391343" y="3901802"/>
              <a:ext cx="1728193" cy="646331"/>
            </a:xfrm>
            <a:prstGeom prst="rect">
              <a:avLst/>
            </a:prstGeom>
            <a:noFill/>
          </p:spPr>
          <p:txBody>
            <a:bodyPr wrap="square" rtlCol="0">
              <a:spAutoFit/>
            </a:bodyPr>
            <a:lstStyle/>
            <a:p>
              <a:pPr marL="171450" indent="-171450" algn="just">
                <a:buFont typeface="Wingdings" panose="05000000000000000000" pitchFamily="2" charset="2"/>
                <a:buChar char="§"/>
              </a:pPr>
              <a:r>
                <a:rPr lang="id-ID" sz="900" dirty="0"/>
                <a:t>Ruko Duta Mekar Asri Blok M1 No.7, Cileungsi Kidul, Kec. Cileungsi, Kab.Bogor</a:t>
              </a:r>
            </a:p>
          </p:txBody>
        </p:sp>
      </p:grpSp>
      <p:grpSp>
        <p:nvGrpSpPr>
          <p:cNvPr id="41" name="Group 40"/>
          <p:cNvGrpSpPr/>
          <p:nvPr/>
        </p:nvGrpSpPr>
        <p:grpSpPr>
          <a:xfrm>
            <a:off x="4820726" y="2987896"/>
            <a:ext cx="1551474" cy="1113958"/>
            <a:chOff x="305184" y="3295675"/>
            <a:chExt cx="1856365" cy="1113958"/>
          </a:xfrm>
        </p:grpSpPr>
        <p:grpSp>
          <p:nvGrpSpPr>
            <p:cNvPr id="42" name="Group 41"/>
            <p:cNvGrpSpPr/>
            <p:nvPr/>
          </p:nvGrpSpPr>
          <p:grpSpPr>
            <a:xfrm>
              <a:off x="391344" y="3295675"/>
              <a:ext cx="1728192" cy="534119"/>
              <a:chOff x="856159" y="3562148"/>
              <a:chExt cx="1350106" cy="534119"/>
            </a:xfrm>
          </p:grpSpPr>
          <p:sp>
            <p:nvSpPr>
              <p:cNvPr id="44"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Sanmoto</a:t>
                </a:r>
                <a:endParaRPr lang="en-US" sz="1300" b="1" dirty="0">
                  <a:solidFill>
                    <a:schemeClr val="tx1">
                      <a:lumMod val="75000"/>
                      <a:lumOff val="25000"/>
                    </a:schemeClr>
                  </a:solidFill>
                  <a:cs typeface="Arial" pitchFamily="34" charset="0"/>
                </a:endParaRPr>
              </a:p>
            </p:txBody>
          </p:sp>
          <p:sp>
            <p:nvSpPr>
              <p:cNvPr id="45"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3"/>
                    </a:solidFill>
                    <a:cs typeface="Arial" pitchFamily="34" charset="0"/>
                  </a:rPr>
                  <a:t>Ciracas</a:t>
                </a:r>
                <a:endParaRPr lang="en-US" sz="1400" dirty="0">
                  <a:solidFill>
                    <a:schemeClr val="accent3"/>
                  </a:solidFill>
                  <a:cs typeface="Arial" pitchFamily="34" charset="0"/>
                </a:endParaRPr>
              </a:p>
            </p:txBody>
          </p:sp>
        </p:grpSp>
        <p:sp>
          <p:nvSpPr>
            <p:cNvPr id="43" name="TextBox 42"/>
            <p:cNvSpPr txBox="1"/>
            <p:nvPr/>
          </p:nvSpPr>
          <p:spPr>
            <a:xfrm>
              <a:off x="305184" y="3901802"/>
              <a:ext cx="1856365" cy="507831"/>
            </a:xfrm>
            <a:prstGeom prst="rect">
              <a:avLst/>
            </a:prstGeom>
            <a:noFill/>
          </p:spPr>
          <p:txBody>
            <a:bodyPr wrap="square" rtlCol="0">
              <a:spAutoFit/>
            </a:bodyPr>
            <a:lstStyle/>
            <a:p>
              <a:pPr algn="ctr"/>
              <a:r>
                <a:rPr lang="id-ID" sz="900" dirty="0"/>
                <a:t>Jl. Raya Ciracas No.19 Kel. Susukan, Kec. Ciracas, Kota Jakarta Timur</a:t>
              </a:r>
              <a:endParaRPr lang="ko-KR" altLang="en-US" sz="900" dirty="0">
                <a:solidFill>
                  <a:schemeClr val="tx1">
                    <a:lumMod val="75000"/>
                    <a:lumOff val="25000"/>
                  </a:schemeClr>
                </a:solidFill>
                <a:cs typeface="Arial" pitchFamily="34" charset="0"/>
              </a:endParaRPr>
            </a:p>
          </p:txBody>
        </p:sp>
      </p:grpSp>
      <p:sp>
        <p:nvSpPr>
          <p:cNvPr id="6" name="Text Placeholder 5">
            <a:extLst>
              <a:ext uri="{FF2B5EF4-FFF2-40B4-BE49-F238E27FC236}">
                <a16:creationId xmlns:a16="http://schemas.microsoft.com/office/drawing/2014/main" id="{5AB2D9A1-087C-49DA-A9F3-452F7BF4CB1C}"/>
              </a:ext>
            </a:extLst>
          </p:cNvPr>
          <p:cNvSpPr>
            <a:spLocks noGrp="1"/>
          </p:cNvSpPr>
          <p:nvPr>
            <p:ph type="body" sz="quarter" idx="11"/>
          </p:nvPr>
        </p:nvSpPr>
        <p:spPr>
          <a:xfrm>
            <a:off x="0" y="771550"/>
            <a:ext cx="9144000" cy="288032"/>
          </a:xfrm>
        </p:spPr>
        <p:txBody>
          <a:bodyPr/>
          <a:lstStyle/>
          <a:p>
            <a:r>
              <a:rPr lang="id-ID" sz="1600" dirty="0"/>
              <a:t>Milaphone</a:t>
            </a:r>
          </a:p>
        </p:txBody>
      </p:sp>
      <p:pic>
        <p:nvPicPr>
          <p:cNvPr id="52" name="Picture 51">
            <a:extLst>
              <a:ext uri="{FF2B5EF4-FFF2-40B4-BE49-F238E27FC236}">
                <a16:creationId xmlns:a16="http://schemas.microsoft.com/office/drawing/2014/main" id="{EBAF80A8-C5FA-4A0F-A737-F0166FC1D7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0432"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7" name="Picture Placeholder 16">
            <a:extLst>
              <a:ext uri="{FF2B5EF4-FFF2-40B4-BE49-F238E27FC236}">
                <a16:creationId xmlns:a16="http://schemas.microsoft.com/office/drawing/2014/main" id="{0567AD67-CE3E-84B8-2FB8-7E5F007484F5}"/>
              </a:ext>
            </a:extLst>
          </p:cNvPr>
          <p:cNvPicPr>
            <a:picLocks noGrp="1" noChangeAspect="1"/>
          </p:cNvPicPr>
          <p:nvPr>
            <p:ph type="pic" idx="1"/>
          </p:nvPr>
        </p:nvPicPr>
        <p:blipFill>
          <a:blip r:embed="rId3" cstate="print">
            <a:extLst>
              <a:ext uri="{28A0092B-C50C-407E-A947-70E740481C1C}">
                <a14:useLocalDpi xmlns:a14="http://schemas.microsoft.com/office/drawing/2010/main" val="0"/>
              </a:ext>
            </a:extLst>
          </a:blip>
          <a:srcRect l="1423" r="1423"/>
          <a:stretch>
            <a:fillRect/>
          </a:stretch>
        </p:blipFill>
        <p:spPr>
          <a:xfrm>
            <a:off x="612775" y="1243013"/>
            <a:ext cx="1714500" cy="1328737"/>
          </a:xfrm>
        </p:spPr>
      </p:pic>
      <p:pic>
        <p:nvPicPr>
          <p:cNvPr id="26" name="Picture Placeholder 25">
            <a:extLst>
              <a:ext uri="{FF2B5EF4-FFF2-40B4-BE49-F238E27FC236}">
                <a16:creationId xmlns:a16="http://schemas.microsoft.com/office/drawing/2014/main" id="{FAD83ABB-7F84-9A24-8EC9-0EAB4018DB42}"/>
              </a:ext>
            </a:extLst>
          </p:cNvPr>
          <p:cNvPicPr>
            <a:picLocks noGrp="1" noChangeAspect="1"/>
          </p:cNvPicPr>
          <p:nvPr>
            <p:ph type="pic" idx="12"/>
          </p:nvPr>
        </p:nvPicPr>
        <p:blipFill>
          <a:blip r:embed="rId4" cstate="print">
            <a:extLst>
              <a:ext uri="{28A0092B-C50C-407E-A947-70E740481C1C}">
                <a14:useLocalDpi xmlns:a14="http://schemas.microsoft.com/office/drawing/2010/main" val="0"/>
              </a:ext>
            </a:extLst>
          </a:blip>
          <a:srcRect l="2608" r="2608"/>
          <a:stretch>
            <a:fillRect/>
          </a:stretch>
        </p:blipFill>
        <p:spPr>
          <a:xfrm>
            <a:off x="2684463" y="1243013"/>
            <a:ext cx="1714500" cy="1328737"/>
          </a:xfrm>
        </p:spPr>
      </p:pic>
      <p:pic>
        <p:nvPicPr>
          <p:cNvPr id="23" name="Picture Placeholder 22">
            <a:extLst>
              <a:ext uri="{FF2B5EF4-FFF2-40B4-BE49-F238E27FC236}">
                <a16:creationId xmlns:a16="http://schemas.microsoft.com/office/drawing/2014/main" id="{0D5D0E0A-6CFE-A83C-2C09-B3943841BBEE}"/>
              </a:ext>
            </a:extLst>
          </p:cNvPr>
          <p:cNvPicPr>
            <a:picLocks noGrp="1" noChangeAspect="1"/>
          </p:cNvPicPr>
          <p:nvPr>
            <p:ph type="pic" idx="13"/>
          </p:nvPr>
        </p:nvPicPr>
        <p:blipFill>
          <a:blip r:embed="rId5" cstate="print">
            <a:extLst>
              <a:ext uri="{28A0092B-C50C-407E-A947-70E740481C1C}">
                <a14:useLocalDpi xmlns:a14="http://schemas.microsoft.com/office/drawing/2010/main" val="0"/>
              </a:ext>
            </a:extLst>
          </a:blip>
          <a:srcRect t="11250" b="11250"/>
          <a:stretch>
            <a:fillRect/>
          </a:stretch>
        </p:blipFill>
        <p:spPr>
          <a:xfrm>
            <a:off x="4756150" y="1243013"/>
            <a:ext cx="1714500" cy="1328737"/>
          </a:xfrm>
        </p:spPr>
      </p:pic>
      <p:sp>
        <p:nvSpPr>
          <p:cNvPr id="35" name="Picture Placeholder 34">
            <a:extLst>
              <a:ext uri="{FF2B5EF4-FFF2-40B4-BE49-F238E27FC236}">
                <a16:creationId xmlns:a16="http://schemas.microsoft.com/office/drawing/2014/main" id="{F2ED3B21-3853-6B93-DB12-E981342926E6}"/>
              </a:ext>
            </a:extLst>
          </p:cNvPr>
          <p:cNvSpPr>
            <a:spLocks noGrp="1"/>
          </p:cNvSpPr>
          <p:nvPr>
            <p:ph type="pic" idx="14"/>
          </p:nvPr>
        </p:nvSpPr>
        <p:spPr/>
      </p:sp>
    </p:spTree>
    <p:extLst>
      <p:ext uri="{BB962C8B-B14F-4D97-AF65-F5344CB8AC3E}">
        <p14:creationId xmlns:p14="http://schemas.microsoft.com/office/powerpoint/2010/main" val="4124352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F799594F-A844-426A-A9DB-3248C132FCF8}"/>
              </a:ext>
            </a:extLst>
          </p:cNvPr>
          <p:cNvSpPr/>
          <p:nvPr/>
        </p:nvSpPr>
        <p:spPr>
          <a:xfrm>
            <a:off x="3131840" y="51470"/>
            <a:ext cx="2808312" cy="648072"/>
          </a:xfrm>
          <a:prstGeom prst="roundRect">
            <a:avLst/>
          </a:prstGeom>
          <a:solidFill>
            <a:srgbClr val="E46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3600" dirty="0">
                <a:latin typeface="Adobe Gothic Std B" panose="020B0800000000000000" pitchFamily="34" charset="-128"/>
                <a:ea typeface="Adobe Gothic Std B" panose="020B0800000000000000" pitchFamily="34" charset="-128"/>
              </a:rPr>
              <a:t>STORE</a:t>
            </a:r>
          </a:p>
        </p:txBody>
      </p:sp>
      <p:grpSp>
        <p:nvGrpSpPr>
          <p:cNvPr id="8" name="Group 7"/>
          <p:cNvGrpSpPr/>
          <p:nvPr/>
        </p:nvGrpSpPr>
        <p:grpSpPr>
          <a:xfrm>
            <a:off x="747176" y="2987896"/>
            <a:ext cx="1444353" cy="1113958"/>
            <a:chOff x="391343" y="3295675"/>
            <a:chExt cx="1728193" cy="1113958"/>
          </a:xfrm>
        </p:grpSpPr>
        <p:grpSp>
          <p:nvGrpSpPr>
            <p:cNvPr id="9" name="Group 8"/>
            <p:cNvGrpSpPr/>
            <p:nvPr/>
          </p:nvGrpSpPr>
          <p:grpSpPr>
            <a:xfrm>
              <a:off x="391344" y="3295675"/>
              <a:ext cx="1728192" cy="534119"/>
              <a:chOff x="856159" y="3562148"/>
              <a:chExt cx="1350106" cy="534119"/>
            </a:xfrm>
          </p:grpSpPr>
          <p:sp>
            <p:nvSpPr>
              <p:cNvPr id="13"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Sanmoto</a:t>
                </a:r>
                <a:endParaRPr lang="en-US" sz="1300" b="1" dirty="0">
                  <a:solidFill>
                    <a:schemeClr val="tx1">
                      <a:lumMod val="75000"/>
                      <a:lumOff val="25000"/>
                    </a:schemeClr>
                  </a:solidFill>
                  <a:cs typeface="Arial" pitchFamily="34" charset="0"/>
                </a:endParaRPr>
              </a:p>
            </p:txBody>
          </p:sp>
          <p:sp>
            <p:nvSpPr>
              <p:cNvPr id="14"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1"/>
                    </a:solidFill>
                    <a:cs typeface="Arial" pitchFamily="34" charset="0"/>
                  </a:rPr>
                  <a:t>Margonda</a:t>
                </a:r>
                <a:endParaRPr lang="en-US" sz="1400" dirty="0">
                  <a:solidFill>
                    <a:schemeClr val="accent1"/>
                  </a:solidFill>
                  <a:cs typeface="Arial" pitchFamily="34" charset="0"/>
                </a:endParaRPr>
              </a:p>
            </p:txBody>
          </p:sp>
        </p:grpSp>
        <p:sp>
          <p:nvSpPr>
            <p:cNvPr id="11" name="TextBox 10"/>
            <p:cNvSpPr txBox="1"/>
            <p:nvPr/>
          </p:nvSpPr>
          <p:spPr>
            <a:xfrm>
              <a:off x="391343" y="3901802"/>
              <a:ext cx="1728193" cy="507831"/>
            </a:xfrm>
            <a:prstGeom prst="rect">
              <a:avLst/>
            </a:prstGeom>
            <a:noFill/>
          </p:spPr>
          <p:txBody>
            <a:bodyPr wrap="square" rtlCol="0">
              <a:spAutoFit/>
            </a:bodyPr>
            <a:lstStyle/>
            <a:p>
              <a:pPr algn="ctr"/>
              <a:r>
                <a:rPr lang="id-ID" sz="900" dirty="0"/>
                <a:t>Jl. Margonda Raya, Kel. Pondok Cina, Kec. Beji, Kota Depok</a:t>
              </a:r>
              <a:endParaRPr lang="ko-KR" altLang="en-US" sz="900" dirty="0">
                <a:solidFill>
                  <a:schemeClr val="tx1">
                    <a:lumMod val="75000"/>
                    <a:lumOff val="25000"/>
                  </a:schemeClr>
                </a:solidFill>
                <a:cs typeface="Arial" pitchFamily="34" charset="0"/>
              </a:endParaRPr>
            </a:p>
          </p:txBody>
        </p:sp>
      </p:grpSp>
      <p:grpSp>
        <p:nvGrpSpPr>
          <p:cNvPr id="36" name="Group 35"/>
          <p:cNvGrpSpPr/>
          <p:nvPr/>
        </p:nvGrpSpPr>
        <p:grpSpPr>
          <a:xfrm>
            <a:off x="2819955" y="2987896"/>
            <a:ext cx="1444353" cy="1252458"/>
            <a:chOff x="391343" y="3295675"/>
            <a:chExt cx="1728193" cy="1252458"/>
          </a:xfrm>
        </p:grpSpPr>
        <p:grpSp>
          <p:nvGrpSpPr>
            <p:cNvPr id="37" name="Group 36"/>
            <p:cNvGrpSpPr/>
            <p:nvPr/>
          </p:nvGrpSpPr>
          <p:grpSpPr>
            <a:xfrm>
              <a:off x="391344" y="3295675"/>
              <a:ext cx="1728192" cy="534119"/>
              <a:chOff x="856159" y="3562148"/>
              <a:chExt cx="1350106" cy="534119"/>
            </a:xfrm>
          </p:grpSpPr>
          <p:sp>
            <p:nvSpPr>
              <p:cNvPr id="39"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Sanmoto</a:t>
                </a:r>
                <a:endParaRPr lang="en-US" sz="1300" b="1" dirty="0">
                  <a:solidFill>
                    <a:schemeClr val="tx1">
                      <a:lumMod val="75000"/>
                      <a:lumOff val="25000"/>
                    </a:schemeClr>
                  </a:solidFill>
                  <a:cs typeface="Arial" pitchFamily="34" charset="0"/>
                </a:endParaRPr>
              </a:p>
            </p:txBody>
          </p:sp>
          <p:sp>
            <p:nvSpPr>
              <p:cNvPr id="40"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2"/>
                    </a:solidFill>
                    <a:cs typeface="Arial" pitchFamily="34" charset="0"/>
                  </a:rPr>
                  <a:t>Kota Wisata</a:t>
                </a:r>
                <a:endParaRPr lang="en-US" sz="1400" dirty="0">
                  <a:solidFill>
                    <a:schemeClr val="accent2"/>
                  </a:solidFill>
                  <a:cs typeface="Arial" pitchFamily="34" charset="0"/>
                </a:endParaRPr>
              </a:p>
            </p:txBody>
          </p:sp>
        </p:grpSp>
        <p:sp>
          <p:nvSpPr>
            <p:cNvPr id="38" name="TextBox 37"/>
            <p:cNvSpPr txBox="1"/>
            <p:nvPr/>
          </p:nvSpPr>
          <p:spPr>
            <a:xfrm>
              <a:off x="391343" y="3901802"/>
              <a:ext cx="1728193" cy="646331"/>
            </a:xfrm>
            <a:prstGeom prst="rect">
              <a:avLst/>
            </a:prstGeom>
            <a:noFill/>
          </p:spPr>
          <p:txBody>
            <a:bodyPr wrap="square" rtlCol="0">
              <a:spAutoFit/>
            </a:bodyPr>
            <a:lstStyle/>
            <a:p>
              <a:pPr algn="ctr"/>
              <a:r>
                <a:rPr lang="en-US" sz="900" dirty="0"/>
                <a:t>Ruko </a:t>
              </a:r>
              <a:r>
                <a:rPr lang="en-US" sz="900" dirty="0" err="1"/>
                <a:t>Commpark</a:t>
              </a:r>
              <a:r>
                <a:rPr lang="en-US" sz="900" dirty="0"/>
                <a:t> </a:t>
              </a:r>
              <a:r>
                <a:rPr lang="id-ID" sz="900" dirty="0"/>
                <a:t>Jl. </a:t>
              </a:r>
              <a:r>
                <a:rPr lang="en-US" sz="900" dirty="0"/>
                <a:t>Canadian Broadway </a:t>
              </a:r>
              <a:r>
                <a:rPr lang="en-US" sz="900" dirty="0" err="1"/>
                <a:t>Blok.E</a:t>
              </a:r>
              <a:r>
                <a:rPr lang="en-US" sz="900" dirty="0"/>
                <a:t> No.48 &amp; 49</a:t>
              </a:r>
              <a:r>
                <a:rPr lang="id-ID" sz="900" dirty="0"/>
                <a:t> </a:t>
              </a:r>
              <a:r>
                <a:rPr lang="en-US" sz="900" dirty="0" err="1"/>
                <a:t>Kel.limus</a:t>
              </a:r>
              <a:r>
                <a:rPr lang="en-US" sz="900" dirty="0"/>
                <a:t> </a:t>
              </a:r>
              <a:r>
                <a:rPr lang="en-US" sz="900" dirty="0" err="1"/>
                <a:t>Nunggal</a:t>
              </a:r>
              <a:r>
                <a:rPr lang="en-US" sz="900" dirty="0"/>
                <a:t> </a:t>
              </a:r>
              <a:r>
                <a:rPr lang="id-ID" sz="900" dirty="0"/>
                <a:t>Bogor</a:t>
              </a:r>
              <a:endParaRPr lang="ko-KR" altLang="en-US" sz="900" dirty="0">
                <a:solidFill>
                  <a:schemeClr val="tx1">
                    <a:lumMod val="75000"/>
                    <a:lumOff val="25000"/>
                  </a:schemeClr>
                </a:solidFill>
                <a:cs typeface="Arial" pitchFamily="34" charset="0"/>
              </a:endParaRPr>
            </a:p>
          </p:txBody>
        </p:sp>
      </p:grpSp>
      <p:grpSp>
        <p:nvGrpSpPr>
          <p:cNvPr id="41" name="Group 40"/>
          <p:cNvGrpSpPr/>
          <p:nvPr/>
        </p:nvGrpSpPr>
        <p:grpSpPr>
          <a:xfrm>
            <a:off x="4820726" y="2987896"/>
            <a:ext cx="1551474" cy="1113958"/>
            <a:chOff x="305184" y="3295675"/>
            <a:chExt cx="1856365" cy="1113958"/>
          </a:xfrm>
        </p:grpSpPr>
        <p:grpSp>
          <p:nvGrpSpPr>
            <p:cNvPr id="42" name="Group 41"/>
            <p:cNvGrpSpPr/>
            <p:nvPr/>
          </p:nvGrpSpPr>
          <p:grpSpPr>
            <a:xfrm>
              <a:off x="391344" y="3295675"/>
              <a:ext cx="1728192" cy="534119"/>
              <a:chOff x="856159" y="3562148"/>
              <a:chExt cx="1350106" cy="534119"/>
            </a:xfrm>
          </p:grpSpPr>
          <p:sp>
            <p:nvSpPr>
              <p:cNvPr id="44" name="Text Placeholder 17"/>
              <p:cNvSpPr txBox="1">
                <a:spLocks/>
              </p:cNvSpPr>
              <p:nvPr/>
            </p:nvSpPr>
            <p:spPr>
              <a:xfrm>
                <a:off x="856159" y="3562148"/>
                <a:ext cx="1350106" cy="246087"/>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300" b="1" dirty="0">
                    <a:solidFill>
                      <a:schemeClr val="tx1">
                        <a:lumMod val="75000"/>
                        <a:lumOff val="25000"/>
                      </a:schemeClr>
                    </a:solidFill>
                    <a:cs typeface="Arial" pitchFamily="34" charset="0"/>
                  </a:rPr>
                  <a:t>Toko Sanmoto</a:t>
                </a:r>
                <a:endParaRPr lang="en-US" sz="1300" b="1" dirty="0">
                  <a:solidFill>
                    <a:schemeClr val="tx1">
                      <a:lumMod val="75000"/>
                      <a:lumOff val="25000"/>
                    </a:schemeClr>
                  </a:solidFill>
                  <a:cs typeface="Arial" pitchFamily="34" charset="0"/>
                </a:endParaRPr>
              </a:p>
            </p:txBody>
          </p:sp>
          <p:sp>
            <p:nvSpPr>
              <p:cNvPr id="45" name="Text Placeholder 18"/>
              <p:cNvSpPr txBox="1">
                <a:spLocks/>
              </p:cNvSpPr>
              <p:nvPr/>
            </p:nvSpPr>
            <p:spPr>
              <a:xfrm>
                <a:off x="856159" y="3846687"/>
                <a:ext cx="1350106" cy="249580"/>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id-ID" sz="1400" dirty="0">
                    <a:solidFill>
                      <a:schemeClr val="accent3"/>
                    </a:solidFill>
                    <a:cs typeface="Arial" pitchFamily="34" charset="0"/>
                  </a:rPr>
                  <a:t>Citeureup</a:t>
                </a:r>
                <a:endParaRPr lang="en-US" sz="1400" dirty="0">
                  <a:solidFill>
                    <a:schemeClr val="accent3"/>
                  </a:solidFill>
                  <a:cs typeface="Arial" pitchFamily="34" charset="0"/>
                </a:endParaRPr>
              </a:p>
            </p:txBody>
          </p:sp>
        </p:grpSp>
        <p:sp>
          <p:nvSpPr>
            <p:cNvPr id="43" name="TextBox 42"/>
            <p:cNvSpPr txBox="1"/>
            <p:nvPr/>
          </p:nvSpPr>
          <p:spPr>
            <a:xfrm>
              <a:off x="305184" y="3901802"/>
              <a:ext cx="1856365" cy="507831"/>
            </a:xfrm>
            <a:prstGeom prst="rect">
              <a:avLst/>
            </a:prstGeom>
            <a:noFill/>
          </p:spPr>
          <p:txBody>
            <a:bodyPr wrap="square" rtlCol="0">
              <a:spAutoFit/>
            </a:bodyPr>
            <a:lstStyle/>
            <a:p>
              <a:pPr algn="ctr"/>
              <a:r>
                <a:rPr lang="id-ID" sz="900" dirty="0"/>
                <a:t>Jl. Raya Mayor Oking No.78, Kp. Parung Jambu, Kec. Citeureup, Kab. Bogor</a:t>
              </a:r>
              <a:endParaRPr lang="ko-KR" altLang="en-US" sz="900" dirty="0">
                <a:solidFill>
                  <a:schemeClr val="tx1">
                    <a:lumMod val="75000"/>
                    <a:lumOff val="25000"/>
                  </a:schemeClr>
                </a:solidFill>
                <a:cs typeface="Arial" pitchFamily="34" charset="0"/>
              </a:endParaRPr>
            </a:p>
          </p:txBody>
        </p:sp>
      </p:grpSp>
      <p:sp>
        <p:nvSpPr>
          <p:cNvPr id="6" name="Text Placeholder 5">
            <a:extLst>
              <a:ext uri="{FF2B5EF4-FFF2-40B4-BE49-F238E27FC236}">
                <a16:creationId xmlns:a16="http://schemas.microsoft.com/office/drawing/2014/main" id="{5AB2D9A1-087C-49DA-A9F3-452F7BF4CB1C}"/>
              </a:ext>
            </a:extLst>
          </p:cNvPr>
          <p:cNvSpPr>
            <a:spLocks noGrp="1"/>
          </p:cNvSpPr>
          <p:nvPr>
            <p:ph type="body" sz="quarter" idx="11"/>
          </p:nvPr>
        </p:nvSpPr>
        <p:spPr>
          <a:xfrm>
            <a:off x="0" y="771550"/>
            <a:ext cx="9144000" cy="288032"/>
          </a:xfrm>
        </p:spPr>
        <p:txBody>
          <a:bodyPr/>
          <a:lstStyle/>
          <a:p>
            <a:r>
              <a:rPr lang="id-ID" sz="1600" dirty="0"/>
              <a:t>Milaphone</a:t>
            </a:r>
          </a:p>
        </p:txBody>
      </p:sp>
      <p:pic>
        <p:nvPicPr>
          <p:cNvPr id="52" name="Picture 51">
            <a:extLst>
              <a:ext uri="{FF2B5EF4-FFF2-40B4-BE49-F238E27FC236}">
                <a16:creationId xmlns:a16="http://schemas.microsoft.com/office/drawing/2014/main" id="{EBAF80A8-C5FA-4A0F-A737-F0166FC1D7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60432"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Picture Placeholder 2">
            <a:extLst>
              <a:ext uri="{FF2B5EF4-FFF2-40B4-BE49-F238E27FC236}">
                <a16:creationId xmlns:a16="http://schemas.microsoft.com/office/drawing/2014/main" id="{1404BB04-53DF-9330-69C5-DAEEBD32465A}"/>
              </a:ext>
            </a:extLst>
          </p:cNvPr>
          <p:cNvPicPr>
            <a:picLocks noGrp="1" noChangeAspect="1"/>
          </p:cNvPicPr>
          <p:nvPr>
            <p:ph type="pic" idx="1"/>
          </p:nvPr>
        </p:nvPicPr>
        <p:blipFill>
          <a:blip r:embed="rId3" cstate="print">
            <a:extLst>
              <a:ext uri="{28A0092B-C50C-407E-A947-70E740481C1C}">
                <a14:useLocalDpi xmlns:a14="http://schemas.microsoft.com/office/drawing/2010/main" val="0"/>
              </a:ext>
            </a:extLst>
          </a:blip>
          <a:srcRect t="11250" b="11250"/>
          <a:stretch>
            <a:fillRect/>
          </a:stretch>
        </p:blipFill>
        <p:spPr>
          <a:xfrm>
            <a:off x="612775" y="1243013"/>
            <a:ext cx="1714500" cy="1328737"/>
          </a:xfrm>
        </p:spPr>
      </p:pic>
      <p:pic>
        <p:nvPicPr>
          <p:cNvPr id="12" name="Picture Placeholder 11">
            <a:extLst>
              <a:ext uri="{FF2B5EF4-FFF2-40B4-BE49-F238E27FC236}">
                <a16:creationId xmlns:a16="http://schemas.microsoft.com/office/drawing/2014/main" id="{0E89A233-5B8E-50D3-A3EE-CC5A365E9663}"/>
              </a:ext>
            </a:extLst>
          </p:cNvPr>
          <p:cNvPicPr>
            <a:picLocks noGrp="1" noChangeAspect="1"/>
          </p:cNvPicPr>
          <p:nvPr>
            <p:ph type="pic" idx="12"/>
          </p:nvPr>
        </p:nvPicPr>
        <p:blipFill>
          <a:blip r:embed="rId4" cstate="print">
            <a:extLst>
              <a:ext uri="{28A0092B-C50C-407E-A947-70E740481C1C}">
                <a14:useLocalDpi xmlns:a14="http://schemas.microsoft.com/office/drawing/2010/main" val="0"/>
              </a:ext>
            </a:extLst>
          </a:blip>
          <a:srcRect l="1898" r="1898"/>
          <a:stretch>
            <a:fillRect/>
          </a:stretch>
        </p:blipFill>
        <p:spPr>
          <a:xfrm>
            <a:off x="2684463" y="1243013"/>
            <a:ext cx="1714500" cy="1328737"/>
          </a:xfrm>
        </p:spPr>
      </p:pic>
      <p:pic>
        <p:nvPicPr>
          <p:cNvPr id="17" name="Picture Placeholder 16">
            <a:extLst>
              <a:ext uri="{FF2B5EF4-FFF2-40B4-BE49-F238E27FC236}">
                <a16:creationId xmlns:a16="http://schemas.microsoft.com/office/drawing/2014/main" id="{F2BFCC63-2AAD-DCA8-20E7-823F8FD22E76}"/>
              </a:ext>
            </a:extLst>
          </p:cNvPr>
          <p:cNvPicPr>
            <a:picLocks noGrp="1" noChangeAspect="1"/>
          </p:cNvPicPr>
          <p:nvPr>
            <p:ph type="pic" idx="13"/>
          </p:nvPr>
        </p:nvPicPr>
        <p:blipFill>
          <a:blip r:embed="rId5">
            <a:extLst>
              <a:ext uri="{28A0092B-C50C-407E-A947-70E740481C1C}">
                <a14:useLocalDpi xmlns:a14="http://schemas.microsoft.com/office/drawing/2010/main" val="0"/>
              </a:ext>
            </a:extLst>
          </a:blip>
          <a:srcRect l="3917" r="3917"/>
          <a:stretch>
            <a:fillRect/>
          </a:stretch>
        </p:blipFill>
        <p:spPr>
          <a:xfrm>
            <a:off x="4756150" y="1243013"/>
            <a:ext cx="1714500" cy="1328737"/>
          </a:xfrm>
        </p:spPr>
      </p:pic>
      <p:sp>
        <p:nvSpPr>
          <p:cNvPr id="21" name="Picture Placeholder 20">
            <a:extLst>
              <a:ext uri="{FF2B5EF4-FFF2-40B4-BE49-F238E27FC236}">
                <a16:creationId xmlns:a16="http://schemas.microsoft.com/office/drawing/2014/main" id="{D5BE807D-6C9C-363D-F7AA-4631351D15F9}"/>
              </a:ext>
            </a:extLst>
          </p:cNvPr>
          <p:cNvSpPr>
            <a:spLocks noGrp="1"/>
          </p:cNvSpPr>
          <p:nvPr>
            <p:ph type="pic" idx="14"/>
          </p:nvPr>
        </p:nvSpPr>
        <p:spPr>
          <a:xfrm>
            <a:off x="6827932" y="1243803"/>
            <a:ext cx="1714726" cy="1327948"/>
          </a:xfrm>
        </p:spPr>
      </p:sp>
    </p:spTree>
    <p:extLst>
      <p:ext uri="{BB962C8B-B14F-4D97-AF65-F5344CB8AC3E}">
        <p14:creationId xmlns:p14="http://schemas.microsoft.com/office/powerpoint/2010/main" val="3239739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Arrow: Pentagon 47">
            <a:extLst>
              <a:ext uri="{FF2B5EF4-FFF2-40B4-BE49-F238E27FC236}">
                <a16:creationId xmlns:a16="http://schemas.microsoft.com/office/drawing/2014/main" id="{023CF8C6-C577-43C8-974F-141933C44EDD}"/>
              </a:ext>
            </a:extLst>
          </p:cNvPr>
          <p:cNvSpPr/>
          <p:nvPr/>
        </p:nvSpPr>
        <p:spPr>
          <a:xfrm>
            <a:off x="467544" y="0"/>
            <a:ext cx="2232248" cy="627534"/>
          </a:xfrm>
          <a:prstGeom prst="homePlate">
            <a:avLst/>
          </a:prstGeom>
          <a:solidFill>
            <a:srgbClr val="C150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Text Placeholder 1">
            <a:extLst>
              <a:ext uri="{FF2B5EF4-FFF2-40B4-BE49-F238E27FC236}">
                <a16:creationId xmlns:a16="http://schemas.microsoft.com/office/drawing/2014/main" id="{54B4F3D2-8AFE-4E26-87DD-482735F1CD19}"/>
              </a:ext>
            </a:extLst>
          </p:cNvPr>
          <p:cNvSpPr txBox="1">
            <a:spLocks/>
          </p:cNvSpPr>
          <p:nvPr/>
        </p:nvSpPr>
        <p:spPr>
          <a:xfrm>
            <a:off x="467544" y="51470"/>
            <a:ext cx="2304256" cy="576064"/>
          </a:xfrm>
          <a:prstGeom prst="rect">
            <a:avLst/>
          </a:prstGeom>
        </p:spPr>
        <p:txBody>
          <a:bodyPr anchor="ctr"/>
          <a:lstStyle>
            <a:lvl1pPr marL="0" indent="0" algn="l" defTabSz="914400" rtl="0" eaLnBrk="1" latinLnBrk="1" hangingPunct="1">
              <a:spcBef>
                <a:spcPct val="20000"/>
              </a:spcBef>
              <a:buFont typeface="Arial" pitchFamily="34" charset="0"/>
              <a:buNone/>
              <a:defRPr sz="3600" b="0" kern="1200" baseline="0">
                <a:solidFill>
                  <a:schemeClr val="accent1"/>
                </a:solidFill>
                <a:latin typeface="+mj-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id-ID" altLang="ko-KR" dirty="0">
                <a:solidFill>
                  <a:schemeClr val="bg1"/>
                </a:solidFill>
                <a:latin typeface="Adobe Fan Heiti Std B" panose="020B0700000000000000" pitchFamily="34" charset="-128"/>
                <a:ea typeface="Adobe Fan Heiti Std B" panose="020B0700000000000000" pitchFamily="34" charset="-128"/>
              </a:rPr>
              <a:t>Prinsiple</a:t>
            </a:r>
            <a:endParaRPr lang="ko-KR" altLang="en-US" dirty="0">
              <a:solidFill>
                <a:schemeClr val="bg1"/>
              </a:solidFill>
              <a:latin typeface="Adobe Fan Heiti Std B" panose="020B0700000000000000" pitchFamily="34" charset="-128"/>
            </a:endParaRPr>
          </a:p>
        </p:txBody>
      </p:sp>
      <p:pic>
        <p:nvPicPr>
          <p:cNvPr id="57" name="Picture 56">
            <a:extLst>
              <a:ext uri="{FF2B5EF4-FFF2-40B4-BE49-F238E27FC236}">
                <a16:creationId xmlns:a16="http://schemas.microsoft.com/office/drawing/2014/main" id="{FA91D707-3D25-4257-9E90-25FDBA4829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60432"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Picture 2">
            <a:extLst>
              <a:ext uri="{FF2B5EF4-FFF2-40B4-BE49-F238E27FC236}">
                <a16:creationId xmlns:a16="http://schemas.microsoft.com/office/drawing/2014/main" id="{CCDE59AA-AF1B-1372-5187-A9012FD39F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568" y="915565"/>
            <a:ext cx="2039246" cy="482165"/>
          </a:xfrm>
          <a:prstGeom prst="rect">
            <a:avLst/>
          </a:prstGeom>
        </p:spPr>
      </p:pic>
      <p:pic>
        <p:nvPicPr>
          <p:cNvPr id="5" name="Picture 4">
            <a:extLst>
              <a:ext uri="{FF2B5EF4-FFF2-40B4-BE49-F238E27FC236}">
                <a16:creationId xmlns:a16="http://schemas.microsoft.com/office/drawing/2014/main" id="{E80D8031-A22A-D2C3-7240-BB37AE69DE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59832" y="691579"/>
            <a:ext cx="2547226" cy="666657"/>
          </a:xfrm>
          <a:prstGeom prst="rect">
            <a:avLst/>
          </a:prstGeom>
        </p:spPr>
      </p:pic>
      <p:pic>
        <p:nvPicPr>
          <p:cNvPr id="8" name="Picture 7">
            <a:extLst>
              <a:ext uri="{FF2B5EF4-FFF2-40B4-BE49-F238E27FC236}">
                <a16:creationId xmlns:a16="http://schemas.microsoft.com/office/drawing/2014/main" id="{8F1E28D6-7229-72D6-CA4C-4038A1D9C2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2160" y="647141"/>
            <a:ext cx="2610420" cy="979520"/>
          </a:xfrm>
          <a:prstGeom prst="rect">
            <a:avLst/>
          </a:prstGeom>
        </p:spPr>
      </p:pic>
      <p:pic>
        <p:nvPicPr>
          <p:cNvPr id="12" name="Picture 11">
            <a:extLst>
              <a:ext uri="{FF2B5EF4-FFF2-40B4-BE49-F238E27FC236}">
                <a16:creationId xmlns:a16="http://schemas.microsoft.com/office/drawing/2014/main" id="{DC1E7795-52DE-E0AD-942F-3C35FF182A2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9072" b="31752"/>
          <a:stretch/>
        </p:blipFill>
        <p:spPr>
          <a:xfrm>
            <a:off x="6041106" y="1779662"/>
            <a:ext cx="2552528" cy="666657"/>
          </a:xfrm>
          <a:prstGeom prst="rect">
            <a:avLst/>
          </a:prstGeom>
        </p:spPr>
      </p:pic>
      <p:pic>
        <p:nvPicPr>
          <p:cNvPr id="1028" name="Picture 4" descr="Lebih Anak Muda Banget, Realme Luncurkan Logo Baru - Selular.ID">
            <a:extLst>
              <a:ext uri="{FF2B5EF4-FFF2-40B4-BE49-F238E27FC236}">
                <a16:creationId xmlns:a16="http://schemas.microsoft.com/office/drawing/2014/main" id="{98BCB3D3-2D50-0E89-CE40-E3E421CA7F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7404" y="1807144"/>
            <a:ext cx="2471208" cy="76460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AF16D034-46B7-2C2F-65EA-471C9D2CE85C}"/>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83568" y="1895459"/>
            <a:ext cx="2212083" cy="482165"/>
          </a:xfrm>
          <a:prstGeom prst="rect">
            <a:avLst/>
          </a:prstGeom>
        </p:spPr>
      </p:pic>
      <p:pic>
        <p:nvPicPr>
          <p:cNvPr id="21" name="Picture 20">
            <a:extLst>
              <a:ext uri="{FF2B5EF4-FFF2-40B4-BE49-F238E27FC236}">
                <a16:creationId xmlns:a16="http://schemas.microsoft.com/office/drawing/2014/main" id="{8E7690EF-D41C-6AB1-A872-2E8458340F4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47102" y="2439797"/>
            <a:ext cx="2280719" cy="1282905"/>
          </a:xfrm>
          <a:prstGeom prst="rect">
            <a:avLst/>
          </a:prstGeom>
        </p:spPr>
      </p:pic>
      <p:pic>
        <p:nvPicPr>
          <p:cNvPr id="26" name="Picture 25">
            <a:extLst>
              <a:ext uri="{FF2B5EF4-FFF2-40B4-BE49-F238E27FC236}">
                <a16:creationId xmlns:a16="http://schemas.microsoft.com/office/drawing/2014/main" id="{94BAB2A8-2C73-C90F-51CF-45C90898DEF5}"/>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89248" y="3722702"/>
            <a:ext cx="1988840" cy="1044141"/>
          </a:xfrm>
          <a:prstGeom prst="rect">
            <a:avLst/>
          </a:prstGeom>
        </p:spPr>
      </p:pic>
      <p:pic>
        <p:nvPicPr>
          <p:cNvPr id="31" name="Picture 30">
            <a:extLst>
              <a:ext uri="{FF2B5EF4-FFF2-40B4-BE49-F238E27FC236}">
                <a16:creationId xmlns:a16="http://schemas.microsoft.com/office/drawing/2014/main" id="{30B2BEA4-850D-45E3-FD4B-D84441026186}"/>
              </a:ext>
            </a:extLst>
          </p:cNvPr>
          <p:cNvPicPr>
            <a:picLocks noChangeAspect="1"/>
          </p:cNvPicPr>
          <p:nvPr/>
        </p:nvPicPr>
        <p:blipFill rotWithShape="1">
          <a:blip r:embed="rId12">
            <a:extLst>
              <a:ext uri="{28A0092B-C50C-407E-A947-70E740481C1C}">
                <a14:useLocalDpi xmlns:a14="http://schemas.microsoft.com/office/drawing/2010/main" val="0"/>
              </a:ext>
            </a:extLst>
          </a:blip>
          <a:srcRect t="27916" b="29066"/>
          <a:stretch/>
        </p:blipFill>
        <p:spPr>
          <a:xfrm>
            <a:off x="3421615" y="2647252"/>
            <a:ext cx="2276997" cy="979520"/>
          </a:xfrm>
          <a:prstGeom prst="rect">
            <a:avLst/>
          </a:prstGeom>
        </p:spPr>
      </p:pic>
      <p:pic>
        <p:nvPicPr>
          <p:cNvPr id="4" name="Picture 3">
            <a:extLst>
              <a:ext uri="{FF2B5EF4-FFF2-40B4-BE49-F238E27FC236}">
                <a16:creationId xmlns:a16="http://schemas.microsoft.com/office/drawing/2014/main" id="{081045FE-5731-C273-ECF3-4CEB34B6C044}"/>
              </a:ext>
            </a:extLst>
          </p:cNvPr>
          <p:cNvPicPr>
            <a:picLocks noChangeAspect="1"/>
          </p:cNvPicPr>
          <p:nvPr/>
        </p:nvPicPr>
        <p:blipFill rotWithShape="1">
          <a:blip r:embed="rId13">
            <a:extLst>
              <a:ext uri="{28A0092B-C50C-407E-A947-70E740481C1C}">
                <a14:useLocalDpi xmlns:a14="http://schemas.microsoft.com/office/drawing/2010/main" val="0"/>
              </a:ext>
            </a:extLst>
          </a:blip>
          <a:srcRect b="10623"/>
          <a:stretch/>
        </p:blipFill>
        <p:spPr>
          <a:xfrm>
            <a:off x="2540293" y="3613817"/>
            <a:ext cx="1374222" cy="1228235"/>
          </a:xfrm>
          <a:prstGeom prst="rect">
            <a:avLst/>
          </a:prstGeom>
        </p:spPr>
      </p:pic>
      <p:pic>
        <p:nvPicPr>
          <p:cNvPr id="7" name="Picture 6">
            <a:extLst>
              <a:ext uri="{FF2B5EF4-FFF2-40B4-BE49-F238E27FC236}">
                <a16:creationId xmlns:a16="http://schemas.microsoft.com/office/drawing/2014/main" id="{3CD9A54C-27E3-C9ED-50CC-0C204EC44F5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111762" y="3854565"/>
            <a:ext cx="2544398" cy="904375"/>
          </a:xfrm>
          <a:prstGeom prst="rect">
            <a:avLst/>
          </a:prstGeom>
        </p:spPr>
      </p:pic>
      <p:pic>
        <p:nvPicPr>
          <p:cNvPr id="10" name="Picture 9">
            <a:extLst>
              <a:ext uri="{FF2B5EF4-FFF2-40B4-BE49-F238E27FC236}">
                <a16:creationId xmlns:a16="http://schemas.microsoft.com/office/drawing/2014/main" id="{94127131-64E9-5AC8-398E-E3BC8C18D7CF}"/>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724785" y="3911443"/>
            <a:ext cx="1185170" cy="666658"/>
          </a:xfrm>
          <a:prstGeom prst="rect">
            <a:avLst/>
          </a:prstGeom>
        </p:spPr>
      </p:pic>
      <p:pic>
        <p:nvPicPr>
          <p:cNvPr id="15" name="Picture 14">
            <a:extLst>
              <a:ext uri="{FF2B5EF4-FFF2-40B4-BE49-F238E27FC236}">
                <a16:creationId xmlns:a16="http://schemas.microsoft.com/office/drawing/2014/main" id="{AF322425-105D-770B-BD59-F211F3CA2E45}"/>
              </a:ext>
            </a:extLst>
          </p:cNvPr>
          <p:cNvPicPr>
            <a:picLocks noChangeAspect="1"/>
          </p:cNvPicPr>
          <p:nvPr/>
        </p:nvPicPr>
        <p:blipFill rotWithShape="1">
          <a:blip r:embed="rId16">
            <a:extLst>
              <a:ext uri="{28A0092B-C50C-407E-A947-70E740481C1C}">
                <a14:useLocalDpi xmlns:a14="http://schemas.microsoft.com/office/drawing/2010/main" val="0"/>
              </a:ext>
            </a:extLst>
          </a:blip>
          <a:srcRect l="5211" t="16662" b="17206"/>
          <a:stretch/>
        </p:blipFill>
        <p:spPr>
          <a:xfrm>
            <a:off x="6084168" y="2515859"/>
            <a:ext cx="1656184" cy="1151851"/>
          </a:xfrm>
          <a:prstGeom prst="rect">
            <a:avLst/>
          </a:prstGeom>
        </p:spPr>
      </p:pic>
    </p:spTree>
    <p:extLst>
      <p:ext uri="{BB962C8B-B14F-4D97-AF65-F5344CB8AC3E}">
        <p14:creationId xmlns:p14="http://schemas.microsoft.com/office/powerpoint/2010/main" val="1751945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id-ID" altLang="ko-KR" dirty="0">
                <a:latin typeface="Adobe Fan Heiti Std B" panose="020B0700000000000000" pitchFamily="34" charset="-128"/>
                <a:ea typeface="Adobe Fan Heiti Std B" panose="020B0700000000000000" pitchFamily="34" charset="-128"/>
              </a:rPr>
              <a:t>Support Financing</a:t>
            </a:r>
            <a:endParaRPr lang="ko-KR" altLang="en-US" dirty="0">
              <a:latin typeface="Adobe Fan Heiti Std B" panose="020B0700000000000000" pitchFamily="34" charset="-128"/>
            </a:endParaRPr>
          </a:p>
        </p:txBody>
      </p:sp>
      <p:pic>
        <p:nvPicPr>
          <p:cNvPr id="13" name="Picture 12">
            <a:extLst>
              <a:ext uri="{FF2B5EF4-FFF2-40B4-BE49-F238E27FC236}">
                <a16:creationId xmlns:a16="http://schemas.microsoft.com/office/drawing/2014/main" id="{14025509-161C-43F5-A4FD-B03A876F4CA1}"/>
              </a:ext>
            </a:extLst>
          </p:cNvPr>
          <p:cNvPicPr>
            <a:picLocks noChangeAspect="1"/>
          </p:cNvPicPr>
          <p:nvPr/>
        </p:nvPicPr>
        <p:blipFill>
          <a:blip r:embed="rId2"/>
          <a:stretch>
            <a:fillRect/>
          </a:stretch>
        </p:blipFill>
        <p:spPr>
          <a:xfrm>
            <a:off x="3898133" y="853728"/>
            <a:ext cx="1663580" cy="97042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7" name="Picture 16">
            <a:extLst>
              <a:ext uri="{FF2B5EF4-FFF2-40B4-BE49-F238E27FC236}">
                <a16:creationId xmlns:a16="http://schemas.microsoft.com/office/drawing/2014/main" id="{3EBFF2B9-61E2-40EA-ADA5-1B1026DE250F}"/>
              </a:ext>
            </a:extLst>
          </p:cNvPr>
          <p:cNvPicPr>
            <a:picLocks noChangeAspect="1"/>
          </p:cNvPicPr>
          <p:nvPr/>
        </p:nvPicPr>
        <p:blipFill>
          <a:blip r:embed="rId3"/>
          <a:stretch>
            <a:fillRect/>
          </a:stretch>
        </p:blipFill>
        <p:spPr>
          <a:xfrm>
            <a:off x="2123728" y="1967382"/>
            <a:ext cx="2077797" cy="73968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2" name="Picture 21">
            <a:extLst>
              <a:ext uri="{FF2B5EF4-FFF2-40B4-BE49-F238E27FC236}">
                <a16:creationId xmlns:a16="http://schemas.microsoft.com/office/drawing/2014/main" id="{658BE025-16C5-4D21-A663-BBB48A5074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60432" y="123478"/>
            <a:ext cx="504055" cy="50405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4" name="Picture 3">
            <a:extLst>
              <a:ext uri="{FF2B5EF4-FFF2-40B4-BE49-F238E27FC236}">
                <a16:creationId xmlns:a16="http://schemas.microsoft.com/office/drawing/2014/main" id="{57C57C60-CBD3-2ABB-138C-175DD29EFF3B}"/>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30811" b="-21287"/>
          <a:stretch/>
        </p:blipFill>
        <p:spPr>
          <a:xfrm>
            <a:off x="2122828" y="2841073"/>
            <a:ext cx="2139079" cy="73504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7" name="AutoShape 2">
            <a:extLst>
              <a:ext uri="{FF2B5EF4-FFF2-40B4-BE49-F238E27FC236}">
                <a16:creationId xmlns:a16="http://schemas.microsoft.com/office/drawing/2014/main" id="{1BB3BFB0-F74C-69D0-B1D5-C54C2FB8358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id-ID"/>
          </a:p>
        </p:txBody>
      </p:sp>
      <p:pic>
        <p:nvPicPr>
          <p:cNvPr id="6" name="Picture 5">
            <a:extLst>
              <a:ext uri="{FF2B5EF4-FFF2-40B4-BE49-F238E27FC236}">
                <a16:creationId xmlns:a16="http://schemas.microsoft.com/office/drawing/2014/main" id="{008BBBC7-EE49-3FB5-910D-958C2C58C66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22829" y="843558"/>
            <a:ext cx="1657083" cy="97042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Picture 8">
            <a:extLst>
              <a:ext uri="{FF2B5EF4-FFF2-40B4-BE49-F238E27FC236}">
                <a16:creationId xmlns:a16="http://schemas.microsoft.com/office/drawing/2014/main" id="{1F0EBED7-76A4-ABB6-E0EE-10E9DA90CCB0}"/>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9530" b="11021"/>
          <a:stretch/>
        </p:blipFill>
        <p:spPr>
          <a:xfrm>
            <a:off x="5679934" y="860156"/>
            <a:ext cx="1768249" cy="97042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0" name="Picture 19">
            <a:extLst>
              <a:ext uri="{FF2B5EF4-FFF2-40B4-BE49-F238E27FC236}">
                <a16:creationId xmlns:a16="http://schemas.microsoft.com/office/drawing/2014/main" id="{06047805-6BB9-259E-E47D-45F4520967CA}"/>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5857" t="-26860" r="-5857" b="-29363"/>
          <a:stretch/>
        </p:blipFill>
        <p:spPr>
          <a:xfrm>
            <a:off x="7354879" y="3718401"/>
            <a:ext cx="1641804" cy="68878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4" name="Picture 23">
            <a:extLst>
              <a:ext uri="{FF2B5EF4-FFF2-40B4-BE49-F238E27FC236}">
                <a16:creationId xmlns:a16="http://schemas.microsoft.com/office/drawing/2014/main" id="{AEBA4B57-AD1E-E2E4-40DD-3F02E4F30B5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382951" y="1978336"/>
            <a:ext cx="2639677" cy="72872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5" name="Picture 24">
            <a:extLst>
              <a:ext uri="{FF2B5EF4-FFF2-40B4-BE49-F238E27FC236}">
                <a16:creationId xmlns:a16="http://schemas.microsoft.com/office/drawing/2014/main" id="{9DC7DC60-78C1-17F0-5123-259CEDF7131D}"/>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4023" t="37455" r="9455" b="30072"/>
          <a:stretch/>
        </p:blipFill>
        <p:spPr>
          <a:xfrm>
            <a:off x="2115109" y="3721016"/>
            <a:ext cx="2665195" cy="67759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6" name="Picture 25">
            <a:extLst>
              <a:ext uri="{FF2B5EF4-FFF2-40B4-BE49-F238E27FC236}">
                <a16:creationId xmlns:a16="http://schemas.microsoft.com/office/drawing/2014/main" id="{0C7284D7-2AF4-4803-B5CC-E71C5C233BD2}"/>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t="-2768" b="732"/>
          <a:stretch/>
        </p:blipFill>
        <p:spPr>
          <a:xfrm>
            <a:off x="7571928" y="853727"/>
            <a:ext cx="1434363" cy="97042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7" name="Picture 26">
            <a:extLst>
              <a:ext uri="{FF2B5EF4-FFF2-40B4-BE49-F238E27FC236}">
                <a16:creationId xmlns:a16="http://schemas.microsoft.com/office/drawing/2014/main" id="{D55AB946-7A2F-4C39-8903-7F99EA9679AE}"/>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2012" t="1119" r="6973" b="10282"/>
          <a:stretch/>
        </p:blipFill>
        <p:spPr>
          <a:xfrm>
            <a:off x="4356134" y="1967382"/>
            <a:ext cx="1872208" cy="73968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28" name="Picture 27">
            <a:extLst>
              <a:ext uri="{FF2B5EF4-FFF2-40B4-BE49-F238E27FC236}">
                <a16:creationId xmlns:a16="http://schemas.microsoft.com/office/drawing/2014/main" id="{14D9E417-71DC-4DB6-87C8-9456FD41C21D}"/>
              </a:ext>
            </a:extLst>
          </p:cNvPr>
          <p:cNvPicPr>
            <a:picLocks noChangeAspect="1"/>
          </p:cNvPicPr>
          <p:nvPr/>
        </p:nvPicPr>
        <p:blipFill rotWithShape="1">
          <a:blip r:embed="rId13" cstate="print">
            <a:extLst>
              <a:ext uri="{28A0092B-C50C-407E-A947-70E740481C1C}">
                <a14:useLocalDpi xmlns:a14="http://schemas.microsoft.com/office/drawing/2010/main" val="0"/>
              </a:ext>
            </a:extLst>
          </a:blip>
          <a:srcRect l="12512" t="17549" r="17676" b="66410"/>
          <a:stretch/>
        </p:blipFill>
        <p:spPr>
          <a:xfrm>
            <a:off x="7135221" y="2849344"/>
            <a:ext cx="1902939" cy="70617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0" name="Picture 29">
            <a:extLst>
              <a:ext uri="{FF2B5EF4-FFF2-40B4-BE49-F238E27FC236}">
                <a16:creationId xmlns:a16="http://schemas.microsoft.com/office/drawing/2014/main" id="{A89EE9CD-ED0D-EF14-3B1E-B112904ADF8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880816" y="3723630"/>
            <a:ext cx="2373551" cy="67497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32" name="Picture 31">
            <a:extLst>
              <a:ext uri="{FF2B5EF4-FFF2-40B4-BE49-F238E27FC236}">
                <a16:creationId xmlns:a16="http://schemas.microsoft.com/office/drawing/2014/main" id="{6A207E05-0C90-7F99-EB18-FBE9AA52E0FD}"/>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5259" t="-42876" r="-5197" b="-34162"/>
          <a:stretch/>
        </p:blipFill>
        <p:spPr>
          <a:xfrm>
            <a:off x="4378726" y="2851802"/>
            <a:ext cx="2639677" cy="71878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841548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843808" y="2355726"/>
            <a:ext cx="3384376" cy="576063"/>
          </a:xfrm>
        </p:spPr>
        <p:txBody>
          <a:bodyPr/>
          <a:lstStyle/>
          <a:p>
            <a:r>
              <a:rPr lang="en-US" altLang="ko-KR" b="1" dirty="0">
                <a:latin typeface="Allura" pitchFamily="2" charset="0"/>
              </a:rPr>
              <a:t>Thank you</a:t>
            </a:r>
            <a:endParaRPr lang="ko-KR" altLang="en-US" b="1" dirty="0">
              <a:latin typeface="Allura" pitchFamily="2" charset="0"/>
            </a:endParaRPr>
          </a:p>
        </p:txBody>
      </p:sp>
      <p:sp>
        <p:nvSpPr>
          <p:cNvPr id="4" name="Oval 3"/>
          <p:cNvSpPr/>
          <p:nvPr/>
        </p:nvSpPr>
        <p:spPr>
          <a:xfrm>
            <a:off x="2824628" y="819150"/>
            <a:ext cx="3499972" cy="3499972"/>
          </a:xfrm>
          <a:prstGeom prst="ellipse">
            <a:avLst/>
          </a:prstGeom>
          <a:noFill/>
          <a:ln w="12700">
            <a:solidFill>
              <a:schemeClr val="tx1">
                <a:alpha val="4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455909"/>
      </p:ext>
    </p:extLst>
  </p:cSld>
  <p:clrMapOvr>
    <a:masterClrMapping/>
  </p:clrMapOvr>
</p:sld>
</file>

<file path=ppt/theme/theme1.xml><?xml version="1.0" encoding="utf-8"?>
<a:theme xmlns:a="http://schemas.openxmlformats.org/drawingml/2006/main" name="Cover and End Slide Master">
  <a:themeElements>
    <a:clrScheme name="ALLPPT-COLOR-A26">
      <a:dk1>
        <a:sysClr val="windowText" lastClr="000000"/>
      </a:dk1>
      <a:lt1>
        <a:sysClr val="window" lastClr="FFFFFF"/>
      </a:lt1>
      <a:dk2>
        <a:srgbClr val="1F497D"/>
      </a:dk2>
      <a:lt2>
        <a:srgbClr val="EEECE1"/>
      </a:lt2>
      <a:accent1>
        <a:srgbClr val="E46C0A"/>
      </a:accent1>
      <a:accent2>
        <a:srgbClr val="E46C0A"/>
      </a:accent2>
      <a:accent3>
        <a:srgbClr val="E46C0A"/>
      </a:accent3>
      <a:accent4>
        <a:srgbClr val="E46C0A"/>
      </a:accent4>
      <a:accent5>
        <a:srgbClr val="E46C0A"/>
      </a:accent5>
      <a:accent6>
        <a:srgbClr val="E46C0A"/>
      </a:accent6>
      <a:hlink>
        <a:srgbClr val="FFFFFF"/>
      </a:hlink>
      <a:folHlink>
        <a:srgbClr val="FFFFF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26">
      <a:dk1>
        <a:sysClr val="windowText" lastClr="000000"/>
      </a:dk1>
      <a:lt1>
        <a:sysClr val="window" lastClr="FFFFFF"/>
      </a:lt1>
      <a:dk2>
        <a:srgbClr val="1F497D"/>
      </a:dk2>
      <a:lt2>
        <a:srgbClr val="EEECE1"/>
      </a:lt2>
      <a:accent1>
        <a:srgbClr val="E46C0A"/>
      </a:accent1>
      <a:accent2>
        <a:srgbClr val="E46C0A"/>
      </a:accent2>
      <a:accent3>
        <a:srgbClr val="E46C0A"/>
      </a:accent3>
      <a:accent4>
        <a:srgbClr val="E46C0A"/>
      </a:accent4>
      <a:accent5>
        <a:srgbClr val="E46C0A"/>
      </a:accent5>
      <a:accent6>
        <a:srgbClr val="E46C0A"/>
      </a:accent6>
      <a:hlink>
        <a:srgbClr val="FFFFFF"/>
      </a:hlink>
      <a:folHlink>
        <a:srgbClr val="FFFFF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46C0A"/>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Section Break Slide Master">
  <a:themeElements>
    <a:clrScheme name="ALLPPT-COLOR-A26">
      <a:dk1>
        <a:sysClr val="windowText" lastClr="000000"/>
      </a:dk1>
      <a:lt1>
        <a:sysClr val="window" lastClr="FFFFFF"/>
      </a:lt1>
      <a:dk2>
        <a:srgbClr val="1F497D"/>
      </a:dk2>
      <a:lt2>
        <a:srgbClr val="EEECE1"/>
      </a:lt2>
      <a:accent1>
        <a:srgbClr val="E46C0A"/>
      </a:accent1>
      <a:accent2>
        <a:srgbClr val="E46C0A"/>
      </a:accent2>
      <a:accent3>
        <a:srgbClr val="E46C0A"/>
      </a:accent3>
      <a:accent4>
        <a:srgbClr val="E46C0A"/>
      </a:accent4>
      <a:accent5>
        <a:srgbClr val="E46C0A"/>
      </a:accent5>
      <a:accent6>
        <a:srgbClr val="E46C0A"/>
      </a:accent6>
      <a:hlink>
        <a:srgbClr val="FFFFFF"/>
      </a:hlink>
      <a:folHlink>
        <a:srgbClr val="FFFFF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2868</TotalTime>
  <Words>737</Words>
  <Application>Microsoft Office PowerPoint</Application>
  <PresentationFormat>On-screen Show (16:9)</PresentationFormat>
  <Paragraphs>126</Paragraphs>
  <Slides>12</Slides>
  <Notes>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12</vt:i4>
      </vt:variant>
    </vt:vector>
  </HeadingPairs>
  <TitlesOfParts>
    <vt:vector size="21" baseType="lpstr">
      <vt:lpstr>맑은 고딕</vt:lpstr>
      <vt:lpstr>Adobe Fan Heiti Std B</vt:lpstr>
      <vt:lpstr>Adobe Gothic Std B</vt:lpstr>
      <vt:lpstr>Allura</vt:lpstr>
      <vt:lpstr>Arial</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Administrator</cp:lastModifiedBy>
  <cp:revision>135</cp:revision>
  <cp:lastPrinted>2023-07-05T07:31:04Z</cp:lastPrinted>
  <dcterms:created xsi:type="dcterms:W3CDTF">2016-12-05T23:26:54Z</dcterms:created>
  <dcterms:modified xsi:type="dcterms:W3CDTF">2025-09-23T04:15:55Z</dcterms:modified>
</cp:coreProperties>
</file>